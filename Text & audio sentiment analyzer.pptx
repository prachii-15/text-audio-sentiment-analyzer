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9" r:id="rId4"/>
    <p:sldId id="260" r:id="rId5"/>
    <p:sldId id="269" r:id="rId6"/>
    <p:sldId id="262" r:id="rId7"/>
    <p:sldId id="261" r:id="rId8"/>
    <p:sldId id="263" r:id="rId9"/>
    <p:sldId id="265" r:id="rId10"/>
    <p:sldId id="266" r:id="rId11"/>
    <p:sldId id="267" r:id="rId12"/>
    <p:sldId id="270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7" d="100"/>
          <a:sy n="87" d="100"/>
        </p:scale>
        <p:origin x="528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856BD15-7C32-4E6E-BDFD-3F414BE82A22}" type="doc">
      <dgm:prSet loTypeId="urn:microsoft.com/office/officeart/2005/8/layout/hProcess9" loCatId="process" qsTypeId="urn:microsoft.com/office/officeart/2005/8/quickstyle/simple2" qsCatId="simple" csTypeId="urn:microsoft.com/office/officeart/2005/8/colors/accent1_2" csCatId="accent1" phldr="1"/>
      <dgm:spPr/>
    </dgm:pt>
    <dgm:pt modelId="{90FAACA1-EAE8-4358-9E19-FD2C10408A2E}">
      <dgm:prSet phldrT="[Text]"/>
      <dgm:spPr/>
      <dgm:t>
        <a:bodyPr/>
        <a:lstStyle/>
        <a:p>
          <a:r>
            <a:rPr lang="en-US" sz="1500" dirty="0" smtClean="0"/>
            <a:t>Data Collection</a:t>
          </a:r>
          <a:endParaRPr lang="en-US" sz="1500" dirty="0"/>
        </a:p>
      </dgm:t>
    </dgm:pt>
    <dgm:pt modelId="{2DFD79EF-BC04-4DFE-8A79-D3313591897C}" type="parTrans" cxnId="{F9D309B0-562D-4351-9340-4BD43B7753A2}">
      <dgm:prSet/>
      <dgm:spPr/>
      <dgm:t>
        <a:bodyPr/>
        <a:lstStyle/>
        <a:p>
          <a:endParaRPr lang="en-US"/>
        </a:p>
      </dgm:t>
    </dgm:pt>
    <dgm:pt modelId="{D434325B-F763-4D2D-BE2D-43F5931C0DE9}" type="sibTrans" cxnId="{F9D309B0-562D-4351-9340-4BD43B7753A2}">
      <dgm:prSet/>
      <dgm:spPr/>
      <dgm:t>
        <a:bodyPr/>
        <a:lstStyle/>
        <a:p>
          <a:endParaRPr lang="en-US"/>
        </a:p>
      </dgm:t>
    </dgm:pt>
    <dgm:pt modelId="{0581B524-BAFF-449E-8FEE-423B1E95A5B4}">
      <dgm:prSet phldrT="[Text]"/>
      <dgm:spPr/>
      <dgm:t>
        <a:bodyPr/>
        <a:lstStyle/>
        <a:p>
          <a:r>
            <a:rPr lang="en-US" dirty="0" smtClean="0"/>
            <a:t>Sentiment Classification</a:t>
          </a:r>
          <a:endParaRPr lang="en-US" dirty="0"/>
        </a:p>
      </dgm:t>
    </dgm:pt>
    <dgm:pt modelId="{03429011-9722-49C2-AD3D-8FF81E8EC978}" type="parTrans" cxnId="{E1C2F4BD-33D5-41F8-9CDD-A764CEC5596F}">
      <dgm:prSet/>
      <dgm:spPr/>
      <dgm:t>
        <a:bodyPr/>
        <a:lstStyle/>
        <a:p>
          <a:endParaRPr lang="en-US"/>
        </a:p>
      </dgm:t>
    </dgm:pt>
    <dgm:pt modelId="{ACF97A64-F100-48EB-BC78-1C4A4ADA87E5}" type="sibTrans" cxnId="{E1C2F4BD-33D5-41F8-9CDD-A764CEC5596F}">
      <dgm:prSet/>
      <dgm:spPr/>
      <dgm:t>
        <a:bodyPr/>
        <a:lstStyle/>
        <a:p>
          <a:endParaRPr lang="en-US"/>
        </a:p>
      </dgm:t>
    </dgm:pt>
    <dgm:pt modelId="{5AF616EB-1B09-4A4C-A453-C0A592C414D3}">
      <dgm:prSet phldrT="[Text]"/>
      <dgm:spPr/>
      <dgm:t>
        <a:bodyPr/>
        <a:lstStyle/>
        <a:p>
          <a:r>
            <a:rPr lang="en-US" sz="1500" dirty="0" smtClean="0"/>
            <a:t>Preprocessing</a:t>
          </a:r>
          <a:endParaRPr lang="en-US" sz="1500" dirty="0"/>
        </a:p>
      </dgm:t>
    </dgm:pt>
    <dgm:pt modelId="{C471B4FB-3578-4453-94B7-EF8E20BD3B52}" type="parTrans" cxnId="{C1D26812-F65B-4F2D-9D08-B30BC9B13270}">
      <dgm:prSet/>
      <dgm:spPr/>
      <dgm:t>
        <a:bodyPr/>
        <a:lstStyle/>
        <a:p>
          <a:endParaRPr lang="en-US"/>
        </a:p>
      </dgm:t>
    </dgm:pt>
    <dgm:pt modelId="{ED62E15B-1DF1-423B-8611-A6216C119353}" type="sibTrans" cxnId="{C1D26812-F65B-4F2D-9D08-B30BC9B13270}">
      <dgm:prSet/>
      <dgm:spPr/>
      <dgm:t>
        <a:bodyPr/>
        <a:lstStyle/>
        <a:p>
          <a:endParaRPr lang="en-US"/>
        </a:p>
      </dgm:t>
    </dgm:pt>
    <dgm:pt modelId="{418FE301-76E7-4D77-AB06-DA83ACB6C89B}">
      <dgm:prSet phldrT="[Text]" custT="1"/>
      <dgm:spPr/>
      <dgm:t>
        <a:bodyPr/>
        <a:lstStyle/>
        <a:p>
          <a:r>
            <a:rPr lang="en-US" sz="1400" dirty="0" smtClean="0"/>
            <a:t>Tokenization, </a:t>
          </a:r>
          <a:r>
            <a:rPr lang="en-US" sz="1400" dirty="0" err="1" smtClean="0"/>
            <a:t>stopwords</a:t>
          </a:r>
          <a:r>
            <a:rPr lang="en-US" sz="1400" dirty="0" smtClean="0"/>
            <a:t> removal, cleaning</a:t>
          </a:r>
          <a:endParaRPr lang="en-US" sz="1400" dirty="0"/>
        </a:p>
      </dgm:t>
    </dgm:pt>
    <dgm:pt modelId="{EBC4E678-9590-4A17-90E0-5DE148647E73}" type="parTrans" cxnId="{1D14391B-EC01-476A-B1A4-06C00AE23F7D}">
      <dgm:prSet/>
      <dgm:spPr/>
      <dgm:t>
        <a:bodyPr/>
        <a:lstStyle/>
        <a:p>
          <a:endParaRPr lang="en-US"/>
        </a:p>
      </dgm:t>
    </dgm:pt>
    <dgm:pt modelId="{C31EE474-F1B7-4CFA-934B-5CA2F53EB938}" type="sibTrans" cxnId="{1D14391B-EC01-476A-B1A4-06C00AE23F7D}">
      <dgm:prSet/>
      <dgm:spPr/>
      <dgm:t>
        <a:bodyPr/>
        <a:lstStyle/>
        <a:p>
          <a:endParaRPr lang="en-US"/>
        </a:p>
      </dgm:t>
    </dgm:pt>
    <dgm:pt modelId="{C9050DA7-AB5F-4BA3-B353-156D2AC5FD2F}">
      <dgm:prSet phldrT="[Text]"/>
      <dgm:spPr/>
      <dgm:t>
        <a:bodyPr/>
        <a:lstStyle/>
        <a:p>
          <a:r>
            <a:rPr lang="en-US" dirty="0" smtClean="0"/>
            <a:t>Naïve Bayes</a:t>
          </a:r>
          <a:endParaRPr lang="en-US" dirty="0"/>
        </a:p>
      </dgm:t>
    </dgm:pt>
    <dgm:pt modelId="{6DBD3ACF-7ED2-4F45-8021-B1F02D55CB9B}" type="parTrans" cxnId="{59F2A100-BFC9-4B93-9BA5-A19530EAC2F8}">
      <dgm:prSet/>
      <dgm:spPr/>
      <dgm:t>
        <a:bodyPr/>
        <a:lstStyle/>
        <a:p>
          <a:endParaRPr lang="en-US"/>
        </a:p>
      </dgm:t>
    </dgm:pt>
    <dgm:pt modelId="{6B1C3739-CB9E-4094-A2D2-833B929F5708}" type="sibTrans" cxnId="{59F2A100-BFC9-4B93-9BA5-A19530EAC2F8}">
      <dgm:prSet/>
      <dgm:spPr/>
      <dgm:t>
        <a:bodyPr/>
        <a:lstStyle/>
        <a:p>
          <a:endParaRPr lang="en-US"/>
        </a:p>
      </dgm:t>
    </dgm:pt>
    <dgm:pt modelId="{4CD4736C-F707-4774-84B7-700215649DEC}">
      <dgm:prSet phldrT="[Text]"/>
      <dgm:spPr/>
      <dgm:t>
        <a:bodyPr/>
        <a:lstStyle/>
        <a:p>
          <a:r>
            <a:rPr lang="en-US" dirty="0" smtClean="0"/>
            <a:t>Logistic Regression</a:t>
          </a:r>
          <a:endParaRPr lang="en-US" dirty="0"/>
        </a:p>
      </dgm:t>
    </dgm:pt>
    <dgm:pt modelId="{65E78FB1-B9B0-4E0D-BF37-D16754008FAD}" type="parTrans" cxnId="{CBD94151-D373-45C5-A616-EB41DCEF2497}">
      <dgm:prSet/>
      <dgm:spPr/>
      <dgm:t>
        <a:bodyPr/>
        <a:lstStyle/>
        <a:p>
          <a:endParaRPr lang="en-US"/>
        </a:p>
      </dgm:t>
    </dgm:pt>
    <dgm:pt modelId="{BCF38D1C-AD85-4CDE-A717-15472E606790}" type="sibTrans" cxnId="{CBD94151-D373-45C5-A616-EB41DCEF2497}">
      <dgm:prSet/>
      <dgm:spPr/>
      <dgm:t>
        <a:bodyPr/>
        <a:lstStyle/>
        <a:p>
          <a:endParaRPr lang="en-US"/>
        </a:p>
      </dgm:t>
    </dgm:pt>
    <dgm:pt modelId="{341EC6A1-C0B8-4173-A111-A8B3FD6F5A7C}">
      <dgm:prSet phldrT="[Text]" custT="1"/>
      <dgm:spPr/>
      <dgm:t>
        <a:bodyPr/>
        <a:lstStyle/>
        <a:p>
          <a:r>
            <a:rPr lang="en-US" sz="1400" dirty="0" smtClean="0"/>
            <a:t>Amazon Alexa </a:t>
          </a:r>
          <a:r>
            <a:rPr lang="en-US" sz="1400" dirty="0" smtClean="0"/>
            <a:t>dataset</a:t>
          </a:r>
          <a:endParaRPr lang="en-US" sz="1400" dirty="0"/>
        </a:p>
      </dgm:t>
    </dgm:pt>
    <dgm:pt modelId="{11698740-B7FE-480B-BD06-75A58A77D2F3}" type="parTrans" cxnId="{F8C7E666-FD38-4DCD-8708-70BE7FB2967B}">
      <dgm:prSet/>
      <dgm:spPr/>
      <dgm:t>
        <a:bodyPr/>
        <a:lstStyle/>
        <a:p>
          <a:endParaRPr lang="en-US"/>
        </a:p>
      </dgm:t>
    </dgm:pt>
    <dgm:pt modelId="{5BB9217A-518B-4F17-AC31-1355091ED1D5}" type="sibTrans" cxnId="{F8C7E666-FD38-4DCD-8708-70BE7FB2967B}">
      <dgm:prSet/>
      <dgm:spPr/>
      <dgm:t>
        <a:bodyPr/>
        <a:lstStyle/>
        <a:p>
          <a:endParaRPr lang="en-US"/>
        </a:p>
      </dgm:t>
    </dgm:pt>
    <dgm:pt modelId="{1B13CF46-16FB-48C9-B579-3B8C37A6A269}">
      <dgm:prSet phldrT="[Text]"/>
      <dgm:spPr/>
      <dgm:t>
        <a:bodyPr/>
        <a:lstStyle/>
        <a:p>
          <a:r>
            <a:rPr lang="en-US" sz="1500" dirty="0" smtClean="0"/>
            <a:t>Feature Extraction</a:t>
          </a:r>
          <a:endParaRPr lang="en-US" sz="1500" dirty="0"/>
        </a:p>
      </dgm:t>
    </dgm:pt>
    <dgm:pt modelId="{FBF5F152-CFD4-40C2-8FBF-60EC5BB9498C}" type="parTrans" cxnId="{D6F80A36-FF68-4403-ABBA-D2EAE5F40101}">
      <dgm:prSet/>
      <dgm:spPr/>
      <dgm:t>
        <a:bodyPr/>
        <a:lstStyle/>
        <a:p>
          <a:endParaRPr lang="en-US"/>
        </a:p>
      </dgm:t>
    </dgm:pt>
    <dgm:pt modelId="{F6D58146-C61F-4AC0-AA95-FD97CE166228}" type="sibTrans" cxnId="{D6F80A36-FF68-4403-ABBA-D2EAE5F40101}">
      <dgm:prSet/>
      <dgm:spPr/>
      <dgm:t>
        <a:bodyPr/>
        <a:lstStyle/>
        <a:p>
          <a:endParaRPr lang="en-US"/>
        </a:p>
      </dgm:t>
    </dgm:pt>
    <dgm:pt modelId="{C7DC5401-E60F-4E67-9D20-8A602267B409}">
      <dgm:prSet phldrT="[Text]" custT="1"/>
      <dgm:spPr/>
      <dgm:t>
        <a:bodyPr/>
        <a:lstStyle/>
        <a:p>
          <a:r>
            <a:rPr lang="en-US" sz="1400" dirty="0" smtClean="0"/>
            <a:t>TF-IDF Vectorization</a:t>
          </a:r>
          <a:endParaRPr lang="en-US" sz="1400" dirty="0"/>
        </a:p>
      </dgm:t>
    </dgm:pt>
    <dgm:pt modelId="{ED65868A-DD29-4C07-BC1E-05657985FB47}" type="parTrans" cxnId="{9E278179-B6AA-41E4-BB4F-1C3476F12606}">
      <dgm:prSet/>
      <dgm:spPr/>
      <dgm:t>
        <a:bodyPr/>
        <a:lstStyle/>
        <a:p>
          <a:endParaRPr lang="en-US"/>
        </a:p>
      </dgm:t>
    </dgm:pt>
    <dgm:pt modelId="{3E192034-442E-46DA-B142-BFB1A7B43540}" type="sibTrans" cxnId="{9E278179-B6AA-41E4-BB4F-1C3476F12606}">
      <dgm:prSet/>
      <dgm:spPr/>
      <dgm:t>
        <a:bodyPr/>
        <a:lstStyle/>
        <a:p>
          <a:endParaRPr lang="en-US"/>
        </a:p>
      </dgm:t>
    </dgm:pt>
    <dgm:pt modelId="{1CD8ECD7-143C-4E79-8134-9BBC7C95CADC}">
      <dgm:prSet phldrT="[Text]"/>
      <dgm:spPr/>
      <dgm:t>
        <a:bodyPr/>
        <a:lstStyle/>
        <a:p>
          <a:r>
            <a:rPr lang="en-US" dirty="0" smtClean="0"/>
            <a:t>VADER Sentiment Analysis</a:t>
          </a:r>
          <a:endParaRPr lang="en-US" dirty="0"/>
        </a:p>
      </dgm:t>
    </dgm:pt>
    <dgm:pt modelId="{D8F9F2AE-44CC-46B6-A4A6-4BDA8AE559C1}" type="parTrans" cxnId="{B11B693D-F394-48AD-B1B4-195F6B1F7E50}">
      <dgm:prSet/>
      <dgm:spPr/>
      <dgm:t>
        <a:bodyPr/>
        <a:lstStyle/>
        <a:p>
          <a:endParaRPr lang="en-US"/>
        </a:p>
      </dgm:t>
    </dgm:pt>
    <dgm:pt modelId="{5844C1CC-EE0D-41A7-A4FC-3BCBC5F5B55E}" type="sibTrans" cxnId="{B11B693D-F394-48AD-B1B4-195F6B1F7E50}">
      <dgm:prSet/>
      <dgm:spPr/>
      <dgm:t>
        <a:bodyPr/>
        <a:lstStyle/>
        <a:p>
          <a:endParaRPr lang="en-US"/>
        </a:p>
      </dgm:t>
    </dgm:pt>
    <dgm:pt modelId="{C996EA94-2FAF-42AE-B270-324B4E26A96C}" type="pres">
      <dgm:prSet presAssocID="{E856BD15-7C32-4E6E-BDFD-3F414BE82A22}" presName="CompostProcess" presStyleCnt="0">
        <dgm:presLayoutVars>
          <dgm:dir/>
          <dgm:resizeHandles val="exact"/>
        </dgm:presLayoutVars>
      </dgm:prSet>
      <dgm:spPr/>
    </dgm:pt>
    <dgm:pt modelId="{3A836EF0-8AC7-403E-B67C-49F9926883A9}" type="pres">
      <dgm:prSet presAssocID="{E856BD15-7C32-4E6E-BDFD-3F414BE82A22}" presName="arrow" presStyleLbl="bgShp" presStyleIdx="0" presStyleCnt="1"/>
      <dgm:spPr/>
    </dgm:pt>
    <dgm:pt modelId="{2064CFB5-3406-4C30-B548-D45E1DB32DC6}" type="pres">
      <dgm:prSet presAssocID="{E856BD15-7C32-4E6E-BDFD-3F414BE82A22}" presName="linearProcess" presStyleCnt="0"/>
      <dgm:spPr/>
    </dgm:pt>
    <dgm:pt modelId="{3925800E-3455-4004-837A-D4222F18D2AE}" type="pres">
      <dgm:prSet presAssocID="{90FAACA1-EAE8-4358-9E19-FD2C10408A2E}" presName="textNode" presStyleLbl="node1" presStyleIdx="0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0CF0D8B-E433-4A1F-AD83-D05AC19122EC}" type="pres">
      <dgm:prSet presAssocID="{D434325B-F763-4D2D-BE2D-43F5931C0DE9}" presName="sibTrans" presStyleCnt="0"/>
      <dgm:spPr/>
    </dgm:pt>
    <dgm:pt modelId="{58BCFB89-3497-4A88-91BE-D34852FB3E59}" type="pres">
      <dgm:prSet presAssocID="{5AF616EB-1B09-4A4C-A453-C0A592C414D3}" presName="textNode" presStyleLbl="node1" presStyleIdx="1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96A77C65-05D7-4E91-8477-A15F1579D1B0}" type="pres">
      <dgm:prSet presAssocID="{ED62E15B-1DF1-423B-8611-A6216C119353}" presName="sibTrans" presStyleCnt="0"/>
      <dgm:spPr/>
    </dgm:pt>
    <dgm:pt modelId="{16A8A2B5-8B3E-42FE-B27A-7D2D74293F2B}" type="pres">
      <dgm:prSet presAssocID="{1B13CF46-16FB-48C9-B579-3B8C37A6A269}" presName="textNode" presStyleLbl="node1" presStyleIdx="2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9E2EF4B7-B57F-486D-BE95-9367922576F1}" type="pres">
      <dgm:prSet presAssocID="{F6D58146-C61F-4AC0-AA95-FD97CE166228}" presName="sibTrans" presStyleCnt="0"/>
      <dgm:spPr/>
    </dgm:pt>
    <dgm:pt modelId="{2BBE5C7C-E24B-423E-AC7E-7D5E7EFFE369}" type="pres">
      <dgm:prSet presAssocID="{0581B524-BAFF-449E-8FEE-423B1E95A5B4}" presName="textNode" presStyleLbl="node1" presStyleIdx="3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5D506443-241D-410A-A1BD-0CFB40A9D6DB}" type="presOf" srcId="{5AF616EB-1B09-4A4C-A453-C0A592C414D3}" destId="{58BCFB89-3497-4A88-91BE-D34852FB3E59}" srcOrd="0" destOrd="0" presId="urn:microsoft.com/office/officeart/2005/8/layout/hProcess9"/>
    <dgm:cxn modelId="{D6F80A36-FF68-4403-ABBA-D2EAE5F40101}" srcId="{E856BD15-7C32-4E6E-BDFD-3F414BE82A22}" destId="{1B13CF46-16FB-48C9-B579-3B8C37A6A269}" srcOrd="2" destOrd="0" parTransId="{FBF5F152-CFD4-40C2-8FBF-60EC5BB9498C}" sibTransId="{F6D58146-C61F-4AC0-AA95-FD97CE166228}"/>
    <dgm:cxn modelId="{9E278179-B6AA-41E4-BB4F-1C3476F12606}" srcId="{1B13CF46-16FB-48C9-B579-3B8C37A6A269}" destId="{C7DC5401-E60F-4E67-9D20-8A602267B409}" srcOrd="0" destOrd="0" parTransId="{ED65868A-DD29-4C07-BC1E-05657985FB47}" sibTransId="{3E192034-442E-46DA-B142-BFB1A7B43540}"/>
    <dgm:cxn modelId="{F8C7E666-FD38-4DCD-8708-70BE7FB2967B}" srcId="{90FAACA1-EAE8-4358-9E19-FD2C10408A2E}" destId="{341EC6A1-C0B8-4173-A111-A8B3FD6F5A7C}" srcOrd="0" destOrd="0" parTransId="{11698740-B7FE-480B-BD06-75A58A77D2F3}" sibTransId="{5BB9217A-518B-4F17-AC31-1355091ED1D5}"/>
    <dgm:cxn modelId="{B11B693D-F394-48AD-B1B4-195F6B1F7E50}" srcId="{0581B524-BAFF-449E-8FEE-423B1E95A5B4}" destId="{1CD8ECD7-143C-4E79-8134-9BBC7C95CADC}" srcOrd="2" destOrd="0" parTransId="{D8F9F2AE-44CC-46B6-A4A6-4BDA8AE559C1}" sibTransId="{5844C1CC-EE0D-41A7-A4FC-3BCBC5F5B55E}"/>
    <dgm:cxn modelId="{C1D26812-F65B-4F2D-9D08-B30BC9B13270}" srcId="{E856BD15-7C32-4E6E-BDFD-3F414BE82A22}" destId="{5AF616EB-1B09-4A4C-A453-C0A592C414D3}" srcOrd="1" destOrd="0" parTransId="{C471B4FB-3578-4453-94B7-EF8E20BD3B52}" sibTransId="{ED62E15B-1DF1-423B-8611-A6216C119353}"/>
    <dgm:cxn modelId="{41F62180-54BE-4FB3-867A-0407D38EAB65}" type="presOf" srcId="{C7DC5401-E60F-4E67-9D20-8A602267B409}" destId="{16A8A2B5-8B3E-42FE-B27A-7D2D74293F2B}" srcOrd="0" destOrd="1" presId="urn:microsoft.com/office/officeart/2005/8/layout/hProcess9"/>
    <dgm:cxn modelId="{E1C2F4BD-33D5-41F8-9CDD-A764CEC5596F}" srcId="{E856BD15-7C32-4E6E-BDFD-3F414BE82A22}" destId="{0581B524-BAFF-449E-8FEE-423B1E95A5B4}" srcOrd="3" destOrd="0" parTransId="{03429011-9722-49C2-AD3D-8FF81E8EC978}" sibTransId="{ACF97A64-F100-48EB-BC78-1C4A4ADA87E5}"/>
    <dgm:cxn modelId="{CBD94151-D373-45C5-A616-EB41DCEF2497}" srcId="{0581B524-BAFF-449E-8FEE-423B1E95A5B4}" destId="{4CD4736C-F707-4774-84B7-700215649DEC}" srcOrd="1" destOrd="0" parTransId="{65E78FB1-B9B0-4E0D-BF37-D16754008FAD}" sibTransId="{BCF38D1C-AD85-4CDE-A717-15472E606790}"/>
    <dgm:cxn modelId="{25ABAAB6-C52E-4D4D-99EB-8A04F7EA6E3F}" type="presOf" srcId="{1CD8ECD7-143C-4E79-8134-9BBC7C95CADC}" destId="{2BBE5C7C-E24B-423E-AC7E-7D5E7EFFE369}" srcOrd="0" destOrd="3" presId="urn:microsoft.com/office/officeart/2005/8/layout/hProcess9"/>
    <dgm:cxn modelId="{ABFC3CC5-D0D6-4114-BF01-85561958BAB1}" type="presOf" srcId="{341EC6A1-C0B8-4173-A111-A8B3FD6F5A7C}" destId="{3925800E-3455-4004-837A-D4222F18D2AE}" srcOrd="0" destOrd="1" presId="urn:microsoft.com/office/officeart/2005/8/layout/hProcess9"/>
    <dgm:cxn modelId="{1D14391B-EC01-476A-B1A4-06C00AE23F7D}" srcId="{5AF616EB-1B09-4A4C-A453-C0A592C414D3}" destId="{418FE301-76E7-4D77-AB06-DA83ACB6C89B}" srcOrd="0" destOrd="0" parTransId="{EBC4E678-9590-4A17-90E0-5DE148647E73}" sibTransId="{C31EE474-F1B7-4CFA-934B-5CA2F53EB938}"/>
    <dgm:cxn modelId="{59F2A100-BFC9-4B93-9BA5-A19530EAC2F8}" srcId="{0581B524-BAFF-449E-8FEE-423B1E95A5B4}" destId="{C9050DA7-AB5F-4BA3-B353-156D2AC5FD2F}" srcOrd="0" destOrd="0" parTransId="{6DBD3ACF-7ED2-4F45-8021-B1F02D55CB9B}" sibTransId="{6B1C3739-CB9E-4094-A2D2-833B929F5708}"/>
    <dgm:cxn modelId="{16B7C652-4939-445A-8DBC-91904675F7A1}" type="presOf" srcId="{4CD4736C-F707-4774-84B7-700215649DEC}" destId="{2BBE5C7C-E24B-423E-AC7E-7D5E7EFFE369}" srcOrd="0" destOrd="2" presId="urn:microsoft.com/office/officeart/2005/8/layout/hProcess9"/>
    <dgm:cxn modelId="{F9598EB9-7E98-4C8C-9438-5F9139F8D039}" type="presOf" srcId="{E856BD15-7C32-4E6E-BDFD-3F414BE82A22}" destId="{C996EA94-2FAF-42AE-B270-324B4E26A96C}" srcOrd="0" destOrd="0" presId="urn:microsoft.com/office/officeart/2005/8/layout/hProcess9"/>
    <dgm:cxn modelId="{AF1495E6-AD3C-400C-A19C-A45FB8969364}" type="presOf" srcId="{C9050DA7-AB5F-4BA3-B353-156D2AC5FD2F}" destId="{2BBE5C7C-E24B-423E-AC7E-7D5E7EFFE369}" srcOrd="0" destOrd="1" presId="urn:microsoft.com/office/officeart/2005/8/layout/hProcess9"/>
    <dgm:cxn modelId="{BEB714D7-3035-4B60-8CE8-0250D6E3DE90}" type="presOf" srcId="{418FE301-76E7-4D77-AB06-DA83ACB6C89B}" destId="{58BCFB89-3497-4A88-91BE-D34852FB3E59}" srcOrd="0" destOrd="1" presId="urn:microsoft.com/office/officeart/2005/8/layout/hProcess9"/>
    <dgm:cxn modelId="{7C4F5B4F-6A01-43C2-974D-D335256E2833}" type="presOf" srcId="{0581B524-BAFF-449E-8FEE-423B1E95A5B4}" destId="{2BBE5C7C-E24B-423E-AC7E-7D5E7EFFE369}" srcOrd="0" destOrd="0" presId="urn:microsoft.com/office/officeart/2005/8/layout/hProcess9"/>
    <dgm:cxn modelId="{5A43C4C4-4CC6-4A9F-8413-88D0696E0D11}" type="presOf" srcId="{1B13CF46-16FB-48C9-B579-3B8C37A6A269}" destId="{16A8A2B5-8B3E-42FE-B27A-7D2D74293F2B}" srcOrd="0" destOrd="0" presId="urn:microsoft.com/office/officeart/2005/8/layout/hProcess9"/>
    <dgm:cxn modelId="{2A5365A0-6BD3-45C9-AB0D-D2B1568F80BF}" type="presOf" srcId="{90FAACA1-EAE8-4358-9E19-FD2C10408A2E}" destId="{3925800E-3455-4004-837A-D4222F18D2AE}" srcOrd="0" destOrd="0" presId="urn:microsoft.com/office/officeart/2005/8/layout/hProcess9"/>
    <dgm:cxn modelId="{F9D309B0-562D-4351-9340-4BD43B7753A2}" srcId="{E856BD15-7C32-4E6E-BDFD-3F414BE82A22}" destId="{90FAACA1-EAE8-4358-9E19-FD2C10408A2E}" srcOrd="0" destOrd="0" parTransId="{2DFD79EF-BC04-4DFE-8A79-D3313591897C}" sibTransId="{D434325B-F763-4D2D-BE2D-43F5931C0DE9}"/>
    <dgm:cxn modelId="{42A8E891-E8A5-48DB-A4AE-77794D670061}" type="presParOf" srcId="{C996EA94-2FAF-42AE-B270-324B4E26A96C}" destId="{3A836EF0-8AC7-403E-B67C-49F9926883A9}" srcOrd="0" destOrd="0" presId="urn:microsoft.com/office/officeart/2005/8/layout/hProcess9"/>
    <dgm:cxn modelId="{76220F8B-2A9C-4D37-BC1D-17384D85B572}" type="presParOf" srcId="{C996EA94-2FAF-42AE-B270-324B4E26A96C}" destId="{2064CFB5-3406-4C30-B548-D45E1DB32DC6}" srcOrd="1" destOrd="0" presId="urn:microsoft.com/office/officeart/2005/8/layout/hProcess9"/>
    <dgm:cxn modelId="{2CC17C95-F2FD-4A67-AA86-FC1A4C8521E7}" type="presParOf" srcId="{2064CFB5-3406-4C30-B548-D45E1DB32DC6}" destId="{3925800E-3455-4004-837A-D4222F18D2AE}" srcOrd="0" destOrd="0" presId="urn:microsoft.com/office/officeart/2005/8/layout/hProcess9"/>
    <dgm:cxn modelId="{4EA1A9D2-DA62-41E0-A2F3-AF801F55B388}" type="presParOf" srcId="{2064CFB5-3406-4C30-B548-D45E1DB32DC6}" destId="{40CF0D8B-E433-4A1F-AD83-D05AC19122EC}" srcOrd="1" destOrd="0" presId="urn:microsoft.com/office/officeart/2005/8/layout/hProcess9"/>
    <dgm:cxn modelId="{7B99B8EB-5682-406A-B569-567AC234806C}" type="presParOf" srcId="{2064CFB5-3406-4C30-B548-D45E1DB32DC6}" destId="{58BCFB89-3497-4A88-91BE-D34852FB3E59}" srcOrd="2" destOrd="0" presId="urn:microsoft.com/office/officeart/2005/8/layout/hProcess9"/>
    <dgm:cxn modelId="{AB06C4C2-5ECD-4B56-9013-904E063C7CF8}" type="presParOf" srcId="{2064CFB5-3406-4C30-B548-D45E1DB32DC6}" destId="{96A77C65-05D7-4E91-8477-A15F1579D1B0}" srcOrd="3" destOrd="0" presId="urn:microsoft.com/office/officeart/2005/8/layout/hProcess9"/>
    <dgm:cxn modelId="{11C3A194-487E-4CA0-AEE6-49F24E102D36}" type="presParOf" srcId="{2064CFB5-3406-4C30-B548-D45E1DB32DC6}" destId="{16A8A2B5-8B3E-42FE-B27A-7D2D74293F2B}" srcOrd="4" destOrd="0" presId="urn:microsoft.com/office/officeart/2005/8/layout/hProcess9"/>
    <dgm:cxn modelId="{B5E3B34B-EC08-4FA7-9705-D791346A7DC8}" type="presParOf" srcId="{2064CFB5-3406-4C30-B548-D45E1DB32DC6}" destId="{9E2EF4B7-B57F-486D-BE95-9367922576F1}" srcOrd="5" destOrd="0" presId="urn:microsoft.com/office/officeart/2005/8/layout/hProcess9"/>
    <dgm:cxn modelId="{142368AE-A74F-4D5A-BF0B-C5ED57D351AE}" type="presParOf" srcId="{2064CFB5-3406-4C30-B548-D45E1DB32DC6}" destId="{2BBE5C7C-E24B-423E-AC7E-7D5E7EFFE369}" srcOrd="6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856BD15-7C32-4E6E-BDFD-3F414BE82A22}" type="doc">
      <dgm:prSet loTypeId="urn:microsoft.com/office/officeart/2005/8/layout/hProcess9" loCatId="process" qsTypeId="urn:microsoft.com/office/officeart/2005/8/quickstyle/simple2" qsCatId="simple" csTypeId="urn:microsoft.com/office/officeart/2005/8/colors/accent1_2" csCatId="accent1" phldr="1"/>
      <dgm:spPr/>
    </dgm:pt>
    <dgm:pt modelId="{90FAACA1-EAE8-4358-9E19-FD2C10408A2E}">
      <dgm:prSet phldrT="[Text]"/>
      <dgm:spPr/>
      <dgm:t>
        <a:bodyPr/>
        <a:lstStyle/>
        <a:p>
          <a:r>
            <a:rPr lang="en-US" sz="1300" dirty="0" smtClean="0"/>
            <a:t>Data Collection</a:t>
          </a:r>
          <a:endParaRPr lang="en-US" sz="1300" dirty="0"/>
        </a:p>
      </dgm:t>
    </dgm:pt>
    <dgm:pt modelId="{2DFD79EF-BC04-4DFE-8A79-D3313591897C}" type="parTrans" cxnId="{F9D309B0-562D-4351-9340-4BD43B7753A2}">
      <dgm:prSet/>
      <dgm:spPr/>
      <dgm:t>
        <a:bodyPr/>
        <a:lstStyle/>
        <a:p>
          <a:endParaRPr lang="en-US"/>
        </a:p>
      </dgm:t>
    </dgm:pt>
    <dgm:pt modelId="{D434325B-F763-4D2D-BE2D-43F5931C0DE9}" type="sibTrans" cxnId="{F9D309B0-562D-4351-9340-4BD43B7753A2}">
      <dgm:prSet/>
      <dgm:spPr/>
      <dgm:t>
        <a:bodyPr/>
        <a:lstStyle/>
        <a:p>
          <a:endParaRPr lang="en-US"/>
        </a:p>
      </dgm:t>
    </dgm:pt>
    <dgm:pt modelId="{0581B524-BAFF-449E-8FEE-423B1E95A5B4}">
      <dgm:prSet phldrT="[Text]"/>
      <dgm:spPr/>
      <dgm:t>
        <a:bodyPr/>
        <a:lstStyle/>
        <a:p>
          <a:r>
            <a:rPr lang="en-US" sz="1300" dirty="0" smtClean="0"/>
            <a:t>Sentiment Classification</a:t>
          </a:r>
          <a:endParaRPr lang="en-US" sz="1300" dirty="0"/>
        </a:p>
      </dgm:t>
    </dgm:pt>
    <dgm:pt modelId="{03429011-9722-49C2-AD3D-8FF81E8EC978}" type="parTrans" cxnId="{E1C2F4BD-33D5-41F8-9CDD-A764CEC5596F}">
      <dgm:prSet/>
      <dgm:spPr/>
      <dgm:t>
        <a:bodyPr/>
        <a:lstStyle/>
        <a:p>
          <a:endParaRPr lang="en-US"/>
        </a:p>
      </dgm:t>
    </dgm:pt>
    <dgm:pt modelId="{ACF97A64-F100-48EB-BC78-1C4A4ADA87E5}" type="sibTrans" cxnId="{E1C2F4BD-33D5-41F8-9CDD-A764CEC5596F}">
      <dgm:prSet/>
      <dgm:spPr/>
      <dgm:t>
        <a:bodyPr/>
        <a:lstStyle/>
        <a:p>
          <a:endParaRPr lang="en-US"/>
        </a:p>
      </dgm:t>
    </dgm:pt>
    <dgm:pt modelId="{5AF616EB-1B09-4A4C-A453-C0A592C414D3}">
      <dgm:prSet phldrT="[Text]"/>
      <dgm:spPr/>
      <dgm:t>
        <a:bodyPr/>
        <a:lstStyle/>
        <a:p>
          <a:r>
            <a:rPr lang="en-US" sz="1300" dirty="0" smtClean="0"/>
            <a:t>Preprocessing</a:t>
          </a:r>
          <a:endParaRPr lang="en-US" sz="1300" dirty="0"/>
        </a:p>
      </dgm:t>
    </dgm:pt>
    <dgm:pt modelId="{C471B4FB-3578-4453-94B7-EF8E20BD3B52}" type="parTrans" cxnId="{C1D26812-F65B-4F2D-9D08-B30BC9B13270}">
      <dgm:prSet/>
      <dgm:spPr/>
      <dgm:t>
        <a:bodyPr/>
        <a:lstStyle/>
        <a:p>
          <a:endParaRPr lang="en-US"/>
        </a:p>
      </dgm:t>
    </dgm:pt>
    <dgm:pt modelId="{ED62E15B-1DF1-423B-8611-A6216C119353}" type="sibTrans" cxnId="{C1D26812-F65B-4F2D-9D08-B30BC9B13270}">
      <dgm:prSet/>
      <dgm:spPr/>
      <dgm:t>
        <a:bodyPr/>
        <a:lstStyle/>
        <a:p>
          <a:endParaRPr lang="en-US"/>
        </a:p>
      </dgm:t>
    </dgm:pt>
    <dgm:pt modelId="{418FE301-76E7-4D77-AB06-DA83ACB6C89B}">
      <dgm:prSet phldrT="[Text]" custT="1"/>
      <dgm:spPr/>
      <dgm:t>
        <a:bodyPr/>
        <a:lstStyle/>
        <a:p>
          <a:r>
            <a:rPr lang="en-US" sz="1200" dirty="0" err="1" smtClean="0"/>
            <a:t>Librosa</a:t>
          </a:r>
          <a:endParaRPr lang="en-US" sz="1200" dirty="0"/>
        </a:p>
      </dgm:t>
    </dgm:pt>
    <dgm:pt modelId="{EBC4E678-9590-4A17-90E0-5DE148647E73}" type="parTrans" cxnId="{1D14391B-EC01-476A-B1A4-06C00AE23F7D}">
      <dgm:prSet/>
      <dgm:spPr/>
      <dgm:t>
        <a:bodyPr/>
        <a:lstStyle/>
        <a:p>
          <a:endParaRPr lang="en-US"/>
        </a:p>
      </dgm:t>
    </dgm:pt>
    <dgm:pt modelId="{C31EE474-F1B7-4CFA-934B-5CA2F53EB938}" type="sibTrans" cxnId="{1D14391B-EC01-476A-B1A4-06C00AE23F7D}">
      <dgm:prSet/>
      <dgm:spPr/>
      <dgm:t>
        <a:bodyPr/>
        <a:lstStyle/>
        <a:p>
          <a:endParaRPr lang="en-US"/>
        </a:p>
      </dgm:t>
    </dgm:pt>
    <dgm:pt modelId="{C9050DA7-AB5F-4BA3-B353-156D2AC5FD2F}">
      <dgm:prSet phldrT="[Text]" custT="1"/>
      <dgm:spPr/>
      <dgm:t>
        <a:bodyPr/>
        <a:lstStyle/>
        <a:p>
          <a:r>
            <a:rPr lang="en-US" sz="1200" dirty="0" smtClean="0"/>
            <a:t>Naïve Bayes</a:t>
          </a:r>
          <a:endParaRPr lang="en-US" sz="1200" dirty="0"/>
        </a:p>
      </dgm:t>
    </dgm:pt>
    <dgm:pt modelId="{6DBD3ACF-7ED2-4F45-8021-B1F02D55CB9B}" type="parTrans" cxnId="{59F2A100-BFC9-4B93-9BA5-A19530EAC2F8}">
      <dgm:prSet/>
      <dgm:spPr/>
      <dgm:t>
        <a:bodyPr/>
        <a:lstStyle/>
        <a:p>
          <a:endParaRPr lang="en-US"/>
        </a:p>
      </dgm:t>
    </dgm:pt>
    <dgm:pt modelId="{6B1C3739-CB9E-4094-A2D2-833B929F5708}" type="sibTrans" cxnId="{59F2A100-BFC9-4B93-9BA5-A19530EAC2F8}">
      <dgm:prSet/>
      <dgm:spPr/>
      <dgm:t>
        <a:bodyPr/>
        <a:lstStyle/>
        <a:p>
          <a:endParaRPr lang="en-US"/>
        </a:p>
      </dgm:t>
    </dgm:pt>
    <dgm:pt modelId="{4CD4736C-F707-4774-84B7-700215649DEC}">
      <dgm:prSet phldrT="[Text]" custT="1"/>
      <dgm:spPr/>
      <dgm:t>
        <a:bodyPr/>
        <a:lstStyle/>
        <a:p>
          <a:r>
            <a:rPr lang="en-US" sz="1200" dirty="0" smtClean="0"/>
            <a:t>Logistic Regression</a:t>
          </a:r>
          <a:endParaRPr lang="en-US" sz="1200" dirty="0"/>
        </a:p>
      </dgm:t>
    </dgm:pt>
    <dgm:pt modelId="{65E78FB1-B9B0-4E0D-BF37-D16754008FAD}" type="parTrans" cxnId="{CBD94151-D373-45C5-A616-EB41DCEF2497}">
      <dgm:prSet/>
      <dgm:spPr/>
      <dgm:t>
        <a:bodyPr/>
        <a:lstStyle/>
        <a:p>
          <a:endParaRPr lang="en-US"/>
        </a:p>
      </dgm:t>
    </dgm:pt>
    <dgm:pt modelId="{BCF38D1C-AD85-4CDE-A717-15472E606790}" type="sibTrans" cxnId="{CBD94151-D373-45C5-A616-EB41DCEF2497}">
      <dgm:prSet/>
      <dgm:spPr/>
      <dgm:t>
        <a:bodyPr/>
        <a:lstStyle/>
        <a:p>
          <a:endParaRPr lang="en-US"/>
        </a:p>
      </dgm:t>
    </dgm:pt>
    <dgm:pt modelId="{0DAFDF20-EA02-448D-9E52-66EAD31683E8}">
      <dgm:prSet phldrT="[Text]" custT="1"/>
      <dgm:spPr/>
      <dgm:t>
        <a:bodyPr/>
        <a:lstStyle/>
        <a:p>
          <a:r>
            <a:rPr lang="en-US" sz="1200" dirty="0" smtClean="0"/>
            <a:t>Custom audio clips created using </a:t>
          </a:r>
          <a:r>
            <a:rPr lang="en-US" sz="1200" dirty="0" err="1" smtClean="0"/>
            <a:t>gTTS</a:t>
          </a:r>
          <a:endParaRPr lang="en-US" sz="1200" dirty="0"/>
        </a:p>
      </dgm:t>
    </dgm:pt>
    <dgm:pt modelId="{A1BD8A57-4A48-462E-8A9C-B537A5DED51D}" type="parTrans" cxnId="{A4D853D7-F873-46E2-A76C-6A331C493B0C}">
      <dgm:prSet/>
      <dgm:spPr/>
      <dgm:t>
        <a:bodyPr/>
        <a:lstStyle/>
        <a:p>
          <a:endParaRPr lang="en-US"/>
        </a:p>
      </dgm:t>
    </dgm:pt>
    <dgm:pt modelId="{C9713D57-BF3B-4EC0-AA3B-085545372410}" type="sibTrans" cxnId="{A4D853D7-F873-46E2-A76C-6A331C493B0C}">
      <dgm:prSet/>
      <dgm:spPr/>
      <dgm:t>
        <a:bodyPr/>
        <a:lstStyle/>
        <a:p>
          <a:endParaRPr lang="en-US"/>
        </a:p>
      </dgm:t>
    </dgm:pt>
    <dgm:pt modelId="{E3AF9B6D-8481-48BB-988E-A1C6E87BA00D}">
      <dgm:prSet phldrT="[Text]"/>
      <dgm:spPr/>
      <dgm:t>
        <a:bodyPr/>
        <a:lstStyle/>
        <a:p>
          <a:r>
            <a:rPr lang="en-US" sz="1300" dirty="0" smtClean="0"/>
            <a:t>Audio Transcription</a:t>
          </a:r>
          <a:endParaRPr lang="en-US" sz="1300" dirty="0"/>
        </a:p>
      </dgm:t>
    </dgm:pt>
    <dgm:pt modelId="{3D2757B7-0FE4-4318-A011-730953D6CA6C}" type="parTrans" cxnId="{76EA5994-787F-4CBB-A58B-1253051D30E1}">
      <dgm:prSet/>
      <dgm:spPr/>
      <dgm:t>
        <a:bodyPr/>
        <a:lstStyle/>
        <a:p>
          <a:endParaRPr lang="en-US"/>
        </a:p>
      </dgm:t>
    </dgm:pt>
    <dgm:pt modelId="{B3558B8D-A1BF-4594-B882-2237266E71C9}" type="sibTrans" cxnId="{76EA5994-787F-4CBB-A58B-1253051D30E1}">
      <dgm:prSet/>
      <dgm:spPr/>
      <dgm:t>
        <a:bodyPr/>
        <a:lstStyle/>
        <a:p>
          <a:endParaRPr lang="en-US"/>
        </a:p>
      </dgm:t>
    </dgm:pt>
    <dgm:pt modelId="{BDAF7CA5-CDFB-47E6-BD2C-CAB7AB5A7876}">
      <dgm:prSet phldrT="[Text]" custT="1"/>
      <dgm:spPr/>
      <dgm:t>
        <a:bodyPr/>
        <a:lstStyle/>
        <a:p>
          <a:r>
            <a:rPr lang="en-US" sz="1200" dirty="0" smtClean="0"/>
            <a:t>Convert audio to text using </a:t>
          </a:r>
          <a:r>
            <a:rPr lang="en-US" sz="1200" dirty="0" err="1" smtClean="0"/>
            <a:t>SpeechRecognition</a:t>
          </a:r>
          <a:endParaRPr lang="en-US" sz="1200" dirty="0"/>
        </a:p>
      </dgm:t>
    </dgm:pt>
    <dgm:pt modelId="{51553272-0D7C-456F-8AF2-BCF75E89CACC}" type="parTrans" cxnId="{68B8B099-59AB-4C80-A981-EBBADAADBA2F}">
      <dgm:prSet/>
      <dgm:spPr/>
      <dgm:t>
        <a:bodyPr/>
        <a:lstStyle/>
        <a:p>
          <a:endParaRPr lang="en-US"/>
        </a:p>
      </dgm:t>
    </dgm:pt>
    <dgm:pt modelId="{1C5D8B92-CB32-49DC-8523-758A5FC23127}" type="sibTrans" cxnId="{68B8B099-59AB-4C80-A981-EBBADAADBA2F}">
      <dgm:prSet/>
      <dgm:spPr/>
      <dgm:t>
        <a:bodyPr/>
        <a:lstStyle/>
        <a:p>
          <a:endParaRPr lang="en-US"/>
        </a:p>
      </dgm:t>
    </dgm:pt>
    <dgm:pt modelId="{F3059B40-F3B4-4D12-9AD6-E4ACA868DB83}">
      <dgm:prSet phldrT="[Text]"/>
      <dgm:spPr/>
      <dgm:t>
        <a:bodyPr/>
        <a:lstStyle/>
        <a:p>
          <a:r>
            <a:rPr lang="en-US" sz="1300" dirty="0" smtClean="0"/>
            <a:t>Feature Extraction</a:t>
          </a:r>
          <a:endParaRPr lang="en-US" sz="1300" dirty="0"/>
        </a:p>
      </dgm:t>
    </dgm:pt>
    <dgm:pt modelId="{2C756C8F-05C5-4807-B5C2-73092F8EE863}" type="parTrans" cxnId="{9DA11B23-C0CC-49B8-ABE8-3869BA47BFB0}">
      <dgm:prSet/>
      <dgm:spPr/>
      <dgm:t>
        <a:bodyPr/>
        <a:lstStyle/>
        <a:p>
          <a:endParaRPr lang="en-US"/>
        </a:p>
      </dgm:t>
    </dgm:pt>
    <dgm:pt modelId="{19C20BA8-650D-479B-8CF1-6BCA6FEBA624}" type="sibTrans" cxnId="{9DA11B23-C0CC-49B8-ABE8-3869BA47BFB0}">
      <dgm:prSet/>
      <dgm:spPr/>
      <dgm:t>
        <a:bodyPr/>
        <a:lstStyle/>
        <a:p>
          <a:endParaRPr lang="en-US"/>
        </a:p>
      </dgm:t>
    </dgm:pt>
    <dgm:pt modelId="{0548BF96-FAB3-43CE-A36D-045EE8B824FE}">
      <dgm:prSet phldrT="[Text]" custT="1"/>
      <dgm:spPr/>
      <dgm:t>
        <a:bodyPr/>
        <a:lstStyle/>
        <a:p>
          <a:r>
            <a:rPr lang="en-US" sz="1200" dirty="0" smtClean="0"/>
            <a:t>MFCC Extraction using </a:t>
          </a:r>
          <a:r>
            <a:rPr lang="en-US" sz="1200" dirty="0" err="1" smtClean="0"/>
            <a:t>Librosa</a:t>
          </a:r>
          <a:endParaRPr lang="en-US" sz="1200" dirty="0"/>
        </a:p>
      </dgm:t>
    </dgm:pt>
    <dgm:pt modelId="{FDC9A7D3-70E7-472E-90C5-9B86C59BC54F}" type="parTrans" cxnId="{1798A44B-77C4-4DDE-93B2-05E2A36FCACF}">
      <dgm:prSet/>
      <dgm:spPr/>
      <dgm:t>
        <a:bodyPr/>
        <a:lstStyle/>
        <a:p>
          <a:endParaRPr lang="en-US"/>
        </a:p>
      </dgm:t>
    </dgm:pt>
    <dgm:pt modelId="{41868E17-8A18-4E1F-ABAA-C70DC67336D6}" type="sibTrans" cxnId="{1798A44B-77C4-4DDE-93B2-05E2A36FCACF}">
      <dgm:prSet/>
      <dgm:spPr/>
      <dgm:t>
        <a:bodyPr/>
        <a:lstStyle/>
        <a:p>
          <a:endParaRPr lang="en-US"/>
        </a:p>
      </dgm:t>
    </dgm:pt>
    <dgm:pt modelId="{11A06775-2B3D-41D6-BABE-C3454EC48BBA}">
      <dgm:prSet phldrT="[Text]" custT="1"/>
      <dgm:spPr/>
      <dgm:t>
        <a:bodyPr/>
        <a:lstStyle/>
        <a:p>
          <a:r>
            <a:rPr lang="en-US" sz="1200" dirty="0" smtClean="0"/>
            <a:t>VADER Sentiment Analysis</a:t>
          </a:r>
          <a:endParaRPr lang="en-US" sz="1200" dirty="0"/>
        </a:p>
      </dgm:t>
    </dgm:pt>
    <dgm:pt modelId="{F5551595-89A9-465F-92AD-4776FD3394F2}" type="parTrans" cxnId="{11EFE944-BB42-401B-8A32-9C600CA1B8D8}">
      <dgm:prSet/>
      <dgm:spPr/>
      <dgm:t>
        <a:bodyPr/>
        <a:lstStyle/>
        <a:p>
          <a:endParaRPr lang="en-US"/>
        </a:p>
      </dgm:t>
    </dgm:pt>
    <dgm:pt modelId="{3F984A33-45E5-4219-BFBA-A905DB76F8F7}" type="sibTrans" cxnId="{11EFE944-BB42-401B-8A32-9C600CA1B8D8}">
      <dgm:prSet/>
      <dgm:spPr/>
      <dgm:t>
        <a:bodyPr/>
        <a:lstStyle/>
        <a:p>
          <a:endParaRPr lang="en-US"/>
        </a:p>
      </dgm:t>
    </dgm:pt>
    <dgm:pt modelId="{C996EA94-2FAF-42AE-B270-324B4E26A96C}" type="pres">
      <dgm:prSet presAssocID="{E856BD15-7C32-4E6E-BDFD-3F414BE82A22}" presName="CompostProcess" presStyleCnt="0">
        <dgm:presLayoutVars>
          <dgm:dir/>
          <dgm:resizeHandles val="exact"/>
        </dgm:presLayoutVars>
      </dgm:prSet>
      <dgm:spPr/>
    </dgm:pt>
    <dgm:pt modelId="{3A836EF0-8AC7-403E-B67C-49F9926883A9}" type="pres">
      <dgm:prSet presAssocID="{E856BD15-7C32-4E6E-BDFD-3F414BE82A22}" presName="arrow" presStyleLbl="bgShp" presStyleIdx="0" presStyleCnt="1"/>
      <dgm:spPr/>
    </dgm:pt>
    <dgm:pt modelId="{2064CFB5-3406-4C30-B548-D45E1DB32DC6}" type="pres">
      <dgm:prSet presAssocID="{E856BD15-7C32-4E6E-BDFD-3F414BE82A22}" presName="linearProcess" presStyleCnt="0"/>
      <dgm:spPr/>
    </dgm:pt>
    <dgm:pt modelId="{3925800E-3455-4004-837A-D4222F18D2AE}" type="pres">
      <dgm:prSet presAssocID="{90FAACA1-EAE8-4358-9E19-FD2C10408A2E}" presName="textNode" presStyleLbl="node1" presStyleIdx="0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0CF0D8B-E433-4A1F-AD83-D05AC19122EC}" type="pres">
      <dgm:prSet presAssocID="{D434325B-F763-4D2D-BE2D-43F5931C0DE9}" presName="sibTrans" presStyleCnt="0"/>
      <dgm:spPr/>
    </dgm:pt>
    <dgm:pt modelId="{58BCFB89-3497-4A88-91BE-D34852FB3E59}" type="pres">
      <dgm:prSet presAssocID="{5AF616EB-1B09-4A4C-A453-C0A592C414D3}" presName="textNode" presStyleLbl="node1" presStyleIdx="1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96A77C65-05D7-4E91-8477-A15F1579D1B0}" type="pres">
      <dgm:prSet presAssocID="{ED62E15B-1DF1-423B-8611-A6216C119353}" presName="sibTrans" presStyleCnt="0"/>
      <dgm:spPr/>
    </dgm:pt>
    <dgm:pt modelId="{6E18F74A-F730-4B22-9D47-81F47337F5FD}" type="pres">
      <dgm:prSet presAssocID="{F3059B40-F3B4-4D12-9AD6-E4ACA868DB83}" presName="textNode" presStyleLbl="node1" presStyleIdx="2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4BB275E-1B86-4C7F-A2E8-D64ED8536EDD}" type="pres">
      <dgm:prSet presAssocID="{19C20BA8-650D-479B-8CF1-6BCA6FEBA624}" presName="sibTrans" presStyleCnt="0"/>
      <dgm:spPr/>
    </dgm:pt>
    <dgm:pt modelId="{10600EAC-09E4-444F-9256-44228DE7CDFA}" type="pres">
      <dgm:prSet presAssocID="{E3AF9B6D-8481-48BB-988E-A1C6E87BA00D}" presName="textNode" presStyleLbl="node1" presStyleIdx="3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CBA8BE4-0A13-421B-B3EF-FCDDCC9A4C3A}" type="pres">
      <dgm:prSet presAssocID="{B3558B8D-A1BF-4594-B882-2237266E71C9}" presName="sibTrans" presStyleCnt="0"/>
      <dgm:spPr/>
    </dgm:pt>
    <dgm:pt modelId="{2BBE5C7C-E24B-423E-AC7E-7D5E7EFFE369}" type="pres">
      <dgm:prSet presAssocID="{0581B524-BAFF-449E-8FEE-423B1E95A5B4}" presName="textNode" presStyleLbl="node1" presStyleIdx="4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5D506443-241D-410A-A1BD-0CFB40A9D6DB}" type="presOf" srcId="{5AF616EB-1B09-4A4C-A453-C0A592C414D3}" destId="{58BCFB89-3497-4A88-91BE-D34852FB3E59}" srcOrd="0" destOrd="0" presId="urn:microsoft.com/office/officeart/2005/8/layout/hProcess9"/>
    <dgm:cxn modelId="{CF248CCC-A6D3-40FC-9F41-BA6343D7DBF5}" type="presOf" srcId="{BDAF7CA5-CDFB-47E6-BD2C-CAB7AB5A7876}" destId="{10600EAC-09E4-444F-9256-44228DE7CDFA}" srcOrd="0" destOrd="1" presId="urn:microsoft.com/office/officeart/2005/8/layout/hProcess9"/>
    <dgm:cxn modelId="{76EA5994-787F-4CBB-A58B-1253051D30E1}" srcId="{E856BD15-7C32-4E6E-BDFD-3F414BE82A22}" destId="{E3AF9B6D-8481-48BB-988E-A1C6E87BA00D}" srcOrd="3" destOrd="0" parTransId="{3D2757B7-0FE4-4318-A011-730953D6CA6C}" sibTransId="{B3558B8D-A1BF-4594-B882-2237266E71C9}"/>
    <dgm:cxn modelId="{68B8B099-59AB-4C80-A981-EBBADAADBA2F}" srcId="{E3AF9B6D-8481-48BB-988E-A1C6E87BA00D}" destId="{BDAF7CA5-CDFB-47E6-BD2C-CAB7AB5A7876}" srcOrd="0" destOrd="0" parTransId="{51553272-0D7C-456F-8AF2-BCF75E89CACC}" sibTransId="{1C5D8B92-CB32-49DC-8523-758A5FC23127}"/>
    <dgm:cxn modelId="{C1D26812-F65B-4F2D-9D08-B30BC9B13270}" srcId="{E856BD15-7C32-4E6E-BDFD-3F414BE82A22}" destId="{5AF616EB-1B09-4A4C-A453-C0A592C414D3}" srcOrd="1" destOrd="0" parTransId="{C471B4FB-3578-4453-94B7-EF8E20BD3B52}" sibTransId="{ED62E15B-1DF1-423B-8611-A6216C119353}"/>
    <dgm:cxn modelId="{E1C2F4BD-33D5-41F8-9CDD-A764CEC5596F}" srcId="{E856BD15-7C32-4E6E-BDFD-3F414BE82A22}" destId="{0581B524-BAFF-449E-8FEE-423B1E95A5B4}" srcOrd="4" destOrd="0" parTransId="{03429011-9722-49C2-AD3D-8FF81E8EC978}" sibTransId="{ACF97A64-F100-48EB-BC78-1C4A4ADA87E5}"/>
    <dgm:cxn modelId="{91965203-7818-4855-8ED7-E9C1C9BD8787}" type="presOf" srcId="{F3059B40-F3B4-4D12-9AD6-E4ACA868DB83}" destId="{6E18F74A-F730-4B22-9D47-81F47337F5FD}" srcOrd="0" destOrd="0" presId="urn:microsoft.com/office/officeart/2005/8/layout/hProcess9"/>
    <dgm:cxn modelId="{CBD94151-D373-45C5-A616-EB41DCEF2497}" srcId="{0581B524-BAFF-449E-8FEE-423B1E95A5B4}" destId="{4CD4736C-F707-4774-84B7-700215649DEC}" srcOrd="1" destOrd="0" parTransId="{65E78FB1-B9B0-4E0D-BF37-D16754008FAD}" sibTransId="{BCF38D1C-AD85-4CDE-A717-15472E606790}"/>
    <dgm:cxn modelId="{9DA11B23-C0CC-49B8-ABE8-3869BA47BFB0}" srcId="{E856BD15-7C32-4E6E-BDFD-3F414BE82A22}" destId="{F3059B40-F3B4-4D12-9AD6-E4ACA868DB83}" srcOrd="2" destOrd="0" parTransId="{2C756C8F-05C5-4807-B5C2-73092F8EE863}" sibTransId="{19C20BA8-650D-479B-8CF1-6BCA6FEBA624}"/>
    <dgm:cxn modelId="{1978C909-7F64-4ED7-BB97-D6ACAA413F70}" type="presOf" srcId="{11A06775-2B3D-41D6-BABE-C3454EC48BBA}" destId="{2BBE5C7C-E24B-423E-AC7E-7D5E7EFFE369}" srcOrd="0" destOrd="3" presId="urn:microsoft.com/office/officeart/2005/8/layout/hProcess9"/>
    <dgm:cxn modelId="{A0C304E0-2985-4FB0-82C1-1007E393F254}" type="presOf" srcId="{0548BF96-FAB3-43CE-A36D-045EE8B824FE}" destId="{6E18F74A-F730-4B22-9D47-81F47337F5FD}" srcOrd="0" destOrd="1" presId="urn:microsoft.com/office/officeart/2005/8/layout/hProcess9"/>
    <dgm:cxn modelId="{1D14391B-EC01-476A-B1A4-06C00AE23F7D}" srcId="{5AF616EB-1B09-4A4C-A453-C0A592C414D3}" destId="{418FE301-76E7-4D77-AB06-DA83ACB6C89B}" srcOrd="0" destOrd="0" parTransId="{EBC4E678-9590-4A17-90E0-5DE148647E73}" sibTransId="{C31EE474-F1B7-4CFA-934B-5CA2F53EB938}"/>
    <dgm:cxn modelId="{59F2A100-BFC9-4B93-9BA5-A19530EAC2F8}" srcId="{0581B524-BAFF-449E-8FEE-423B1E95A5B4}" destId="{C9050DA7-AB5F-4BA3-B353-156D2AC5FD2F}" srcOrd="0" destOrd="0" parTransId="{6DBD3ACF-7ED2-4F45-8021-B1F02D55CB9B}" sibTransId="{6B1C3739-CB9E-4094-A2D2-833B929F5708}"/>
    <dgm:cxn modelId="{4F80F473-B0FD-4905-89F7-51356C4EACBE}" type="presOf" srcId="{0DAFDF20-EA02-448D-9E52-66EAD31683E8}" destId="{3925800E-3455-4004-837A-D4222F18D2AE}" srcOrd="0" destOrd="1" presId="urn:microsoft.com/office/officeart/2005/8/layout/hProcess9"/>
    <dgm:cxn modelId="{16B7C652-4939-445A-8DBC-91904675F7A1}" type="presOf" srcId="{4CD4736C-F707-4774-84B7-700215649DEC}" destId="{2BBE5C7C-E24B-423E-AC7E-7D5E7EFFE369}" srcOrd="0" destOrd="2" presId="urn:microsoft.com/office/officeart/2005/8/layout/hProcess9"/>
    <dgm:cxn modelId="{F9598EB9-7E98-4C8C-9438-5F9139F8D039}" type="presOf" srcId="{E856BD15-7C32-4E6E-BDFD-3F414BE82A22}" destId="{C996EA94-2FAF-42AE-B270-324B4E26A96C}" srcOrd="0" destOrd="0" presId="urn:microsoft.com/office/officeart/2005/8/layout/hProcess9"/>
    <dgm:cxn modelId="{E4F17D40-16ED-4BB4-A066-B2B21D77B64C}" type="presOf" srcId="{E3AF9B6D-8481-48BB-988E-A1C6E87BA00D}" destId="{10600EAC-09E4-444F-9256-44228DE7CDFA}" srcOrd="0" destOrd="0" presId="urn:microsoft.com/office/officeart/2005/8/layout/hProcess9"/>
    <dgm:cxn modelId="{A4D853D7-F873-46E2-A76C-6A331C493B0C}" srcId="{90FAACA1-EAE8-4358-9E19-FD2C10408A2E}" destId="{0DAFDF20-EA02-448D-9E52-66EAD31683E8}" srcOrd="0" destOrd="0" parTransId="{A1BD8A57-4A48-462E-8A9C-B537A5DED51D}" sibTransId="{C9713D57-BF3B-4EC0-AA3B-085545372410}"/>
    <dgm:cxn modelId="{AF1495E6-AD3C-400C-A19C-A45FB8969364}" type="presOf" srcId="{C9050DA7-AB5F-4BA3-B353-156D2AC5FD2F}" destId="{2BBE5C7C-E24B-423E-AC7E-7D5E7EFFE369}" srcOrd="0" destOrd="1" presId="urn:microsoft.com/office/officeart/2005/8/layout/hProcess9"/>
    <dgm:cxn modelId="{BEB714D7-3035-4B60-8CE8-0250D6E3DE90}" type="presOf" srcId="{418FE301-76E7-4D77-AB06-DA83ACB6C89B}" destId="{58BCFB89-3497-4A88-91BE-D34852FB3E59}" srcOrd="0" destOrd="1" presId="urn:microsoft.com/office/officeart/2005/8/layout/hProcess9"/>
    <dgm:cxn modelId="{11EFE944-BB42-401B-8A32-9C600CA1B8D8}" srcId="{0581B524-BAFF-449E-8FEE-423B1E95A5B4}" destId="{11A06775-2B3D-41D6-BABE-C3454EC48BBA}" srcOrd="2" destOrd="0" parTransId="{F5551595-89A9-465F-92AD-4776FD3394F2}" sibTransId="{3F984A33-45E5-4219-BFBA-A905DB76F8F7}"/>
    <dgm:cxn modelId="{7C4F5B4F-6A01-43C2-974D-D335256E2833}" type="presOf" srcId="{0581B524-BAFF-449E-8FEE-423B1E95A5B4}" destId="{2BBE5C7C-E24B-423E-AC7E-7D5E7EFFE369}" srcOrd="0" destOrd="0" presId="urn:microsoft.com/office/officeart/2005/8/layout/hProcess9"/>
    <dgm:cxn modelId="{2A5365A0-6BD3-45C9-AB0D-D2B1568F80BF}" type="presOf" srcId="{90FAACA1-EAE8-4358-9E19-FD2C10408A2E}" destId="{3925800E-3455-4004-837A-D4222F18D2AE}" srcOrd="0" destOrd="0" presId="urn:microsoft.com/office/officeart/2005/8/layout/hProcess9"/>
    <dgm:cxn modelId="{F9D309B0-562D-4351-9340-4BD43B7753A2}" srcId="{E856BD15-7C32-4E6E-BDFD-3F414BE82A22}" destId="{90FAACA1-EAE8-4358-9E19-FD2C10408A2E}" srcOrd="0" destOrd="0" parTransId="{2DFD79EF-BC04-4DFE-8A79-D3313591897C}" sibTransId="{D434325B-F763-4D2D-BE2D-43F5931C0DE9}"/>
    <dgm:cxn modelId="{1798A44B-77C4-4DDE-93B2-05E2A36FCACF}" srcId="{F3059B40-F3B4-4D12-9AD6-E4ACA868DB83}" destId="{0548BF96-FAB3-43CE-A36D-045EE8B824FE}" srcOrd="0" destOrd="0" parTransId="{FDC9A7D3-70E7-472E-90C5-9B86C59BC54F}" sibTransId="{41868E17-8A18-4E1F-ABAA-C70DC67336D6}"/>
    <dgm:cxn modelId="{42A8E891-E8A5-48DB-A4AE-77794D670061}" type="presParOf" srcId="{C996EA94-2FAF-42AE-B270-324B4E26A96C}" destId="{3A836EF0-8AC7-403E-B67C-49F9926883A9}" srcOrd="0" destOrd="0" presId="urn:microsoft.com/office/officeart/2005/8/layout/hProcess9"/>
    <dgm:cxn modelId="{76220F8B-2A9C-4D37-BC1D-17384D85B572}" type="presParOf" srcId="{C996EA94-2FAF-42AE-B270-324B4E26A96C}" destId="{2064CFB5-3406-4C30-B548-D45E1DB32DC6}" srcOrd="1" destOrd="0" presId="urn:microsoft.com/office/officeart/2005/8/layout/hProcess9"/>
    <dgm:cxn modelId="{2CC17C95-F2FD-4A67-AA86-FC1A4C8521E7}" type="presParOf" srcId="{2064CFB5-3406-4C30-B548-D45E1DB32DC6}" destId="{3925800E-3455-4004-837A-D4222F18D2AE}" srcOrd="0" destOrd="0" presId="urn:microsoft.com/office/officeart/2005/8/layout/hProcess9"/>
    <dgm:cxn modelId="{4EA1A9D2-DA62-41E0-A2F3-AF801F55B388}" type="presParOf" srcId="{2064CFB5-3406-4C30-B548-D45E1DB32DC6}" destId="{40CF0D8B-E433-4A1F-AD83-D05AC19122EC}" srcOrd="1" destOrd="0" presId="urn:microsoft.com/office/officeart/2005/8/layout/hProcess9"/>
    <dgm:cxn modelId="{7B99B8EB-5682-406A-B569-567AC234806C}" type="presParOf" srcId="{2064CFB5-3406-4C30-B548-D45E1DB32DC6}" destId="{58BCFB89-3497-4A88-91BE-D34852FB3E59}" srcOrd="2" destOrd="0" presId="urn:microsoft.com/office/officeart/2005/8/layout/hProcess9"/>
    <dgm:cxn modelId="{AB06C4C2-5ECD-4B56-9013-904E063C7CF8}" type="presParOf" srcId="{2064CFB5-3406-4C30-B548-D45E1DB32DC6}" destId="{96A77C65-05D7-4E91-8477-A15F1579D1B0}" srcOrd="3" destOrd="0" presId="urn:microsoft.com/office/officeart/2005/8/layout/hProcess9"/>
    <dgm:cxn modelId="{C552ED01-C7C2-4B14-A7E1-6DC26257F284}" type="presParOf" srcId="{2064CFB5-3406-4C30-B548-D45E1DB32DC6}" destId="{6E18F74A-F730-4B22-9D47-81F47337F5FD}" srcOrd="4" destOrd="0" presId="urn:microsoft.com/office/officeart/2005/8/layout/hProcess9"/>
    <dgm:cxn modelId="{02AE5617-DA6A-4BF7-ADBD-EC91CF4FFDD0}" type="presParOf" srcId="{2064CFB5-3406-4C30-B548-D45E1DB32DC6}" destId="{E4BB275E-1B86-4C7F-A2E8-D64ED8536EDD}" srcOrd="5" destOrd="0" presId="urn:microsoft.com/office/officeart/2005/8/layout/hProcess9"/>
    <dgm:cxn modelId="{572330F6-CA24-454A-AB61-7F6074E4340E}" type="presParOf" srcId="{2064CFB5-3406-4C30-B548-D45E1DB32DC6}" destId="{10600EAC-09E4-444F-9256-44228DE7CDFA}" srcOrd="6" destOrd="0" presId="urn:microsoft.com/office/officeart/2005/8/layout/hProcess9"/>
    <dgm:cxn modelId="{DF3BD394-BD48-4490-A45A-FE384B715E7E}" type="presParOf" srcId="{2064CFB5-3406-4C30-B548-D45E1DB32DC6}" destId="{5CBA8BE4-0A13-421B-B3EF-FCDDCC9A4C3A}" srcOrd="7" destOrd="0" presId="urn:microsoft.com/office/officeart/2005/8/layout/hProcess9"/>
    <dgm:cxn modelId="{142368AE-A74F-4D5A-BF0B-C5ED57D351AE}" type="presParOf" srcId="{2064CFB5-3406-4C30-B548-D45E1DB32DC6}" destId="{2BBE5C7C-E24B-423E-AC7E-7D5E7EFFE369}" srcOrd="8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A836EF0-8AC7-403E-B67C-49F9926883A9}">
      <dsp:nvSpPr>
        <dsp:cNvPr id="0" name=""/>
        <dsp:cNvSpPr/>
      </dsp:nvSpPr>
      <dsp:spPr>
        <a:xfrm>
          <a:off x="765516" y="0"/>
          <a:ext cx="8675858" cy="3228082"/>
        </a:xfrm>
        <a:prstGeom prst="rightArrow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925800E-3455-4004-837A-D4222F18D2AE}">
      <dsp:nvSpPr>
        <dsp:cNvPr id="0" name=""/>
        <dsp:cNvSpPr/>
      </dsp:nvSpPr>
      <dsp:spPr>
        <a:xfrm>
          <a:off x="5108" y="968424"/>
          <a:ext cx="2457030" cy="129123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lvl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500" kern="1200" dirty="0" smtClean="0"/>
            <a:t>Data Collection</a:t>
          </a:r>
          <a:endParaRPr lang="en-US" sz="15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400" kern="1200" dirty="0" smtClean="0"/>
            <a:t>Amazon Alexa </a:t>
          </a:r>
          <a:r>
            <a:rPr lang="en-US" sz="1400" kern="1200" dirty="0" smtClean="0"/>
            <a:t>dataset</a:t>
          </a:r>
          <a:endParaRPr lang="en-US" sz="1400" kern="1200" dirty="0"/>
        </a:p>
      </dsp:txBody>
      <dsp:txXfrm>
        <a:off x="68141" y="1031457"/>
        <a:ext cx="2330964" cy="1165166"/>
      </dsp:txXfrm>
    </dsp:sp>
    <dsp:sp modelId="{58BCFB89-3497-4A88-91BE-D34852FB3E59}">
      <dsp:nvSpPr>
        <dsp:cNvPr id="0" name=""/>
        <dsp:cNvSpPr/>
      </dsp:nvSpPr>
      <dsp:spPr>
        <a:xfrm>
          <a:off x="2584990" y="968424"/>
          <a:ext cx="2457030" cy="129123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lvl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500" kern="1200" dirty="0" smtClean="0"/>
            <a:t>Preprocessing</a:t>
          </a:r>
          <a:endParaRPr lang="en-US" sz="15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400" kern="1200" dirty="0" smtClean="0"/>
            <a:t>Tokenization, </a:t>
          </a:r>
          <a:r>
            <a:rPr lang="en-US" sz="1400" kern="1200" dirty="0" err="1" smtClean="0"/>
            <a:t>stopwords</a:t>
          </a:r>
          <a:r>
            <a:rPr lang="en-US" sz="1400" kern="1200" dirty="0" smtClean="0"/>
            <a:t> removal, cleaning</a:t>
          </a:r>
          <a:endParaRPr lang="en-US" sz="1400" kern="1200" dirty="0"/>
        </a:p>
      </dsp:txBody>
      <dsp:txXfrm>
        <a:off x="2648023" y="1031457"/>
        <a:ext cx="2330964" cy="1165166"/>
      </dsp:txXfrm>
    </dsp:sp>
    <dsp:sp modelId="{16A8A2B5-8B3E-42FE-B27A-7D2D74293F2B}">
      <dsp:nvSpPr>
        <dsp:cNvPr id="0" name=""/>
        <dsp:cNvSpPr/>
      </dsp:nvSpPr>
      <dsp:spPr>
        <a:xfrm>
          <a:off x="5164871" y="968424"/>
          <a:ext cx="2457030" cy="129123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lvl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500" kern="1200" dirty="0" smtClean="0"/>
            <a:t>Feature Extraction</a:t>
          </a:r>
          <a:endParaRPr lang="en-US" sz="15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400" kern="1200" dirty="0" smtClean="0"/>
            <a:t>TF-IDF Vectorization</a:t>
          </a:r>
          <a:endParaRPr lang="en-US" sz="1400" kern="1200" dirty="0"/>
        </a:p>
      </dsp:txBody>
      <dsp:txXfrm>
        <a:off x="5227904" y="1031457"/>
        <a:ext cx="2330964" cy="1165166"/>
      </dsp:txXfrm>
    </dsp:sp>
    <dsp:sp modelId="{2BBE5C7C-E24B-423E-AC7E-7D5E7EFFE369}">
      <dsp:nvSpPr>
        <dsp:cNvPr id="0" name=""/>
        <dsp:cNvSpPr/>
      </dsp:nvSpPr>
      <dsp:spPr>
        <a:xfrm>
          <a:off x="7744753" y="968424"/>
          <a:ext cx="2457030" cy="129123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lvl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500" kern="1200" dirty="0" smtClean="0"/>
            <a:t>Sentiment Classification</a:t>
          </a:r>
          <a:endParaRPr lang="en-US" sz="1500" kern="1200" dirty="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200" kern="1200" dirty="0" smtClean="0"/>
            <a:t>Naïve Bayes</a:t>
          </a:r>
          <a:endParaRPr lang="en-US" sz="1200" kern="1200" dirty="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200" kern="1200" dirty="0" smtClean="0"/>
            <a:t>Logistic Regression</a:t>
          </a:r>
          <a:endParaRPr lang="en-US" sz="1200" kern="1200" dirty="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200" kern="1200" dirty="0" smtClean="0"/>
            <a:t>VADER Sentiment Analysis</a:t>
          </a:r>
          <a:endParaRPr lang="en-US" sz="1200" kern="1200" dirty="0"/>
        </a:p>
      </dsp:txBody>
      <dsp:txXfrm>
        <a:off x="7807786" y="1031457"/>
        <a:ext cx="2330964" cy="116516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A836EF0-8AC7-403E-B67C-49F9926883A9}">
      <dsp:nvSpPr>
        <dsp:cNvPr id="0" name=""/>
        <dsp:cNvSpPr/>
      </dsp:nvSpPr>
      <dsp:spPr>
        <a:xfrm>
          <a:off x="765516" y="0"/>
          <a:ext cx="8675858" cy="3219290"/>
        </a:xfrm>
        <a:prstGeom prst="rightArrow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925800E-3455-4004-837A-D4222F18D2AE}">
      <dsp:nvSpPr>
        <dsp:cNvPr id="0" name=""/>
        <dsp:cNvSpPr/>
      </dsp:nvSpPr>
      <dsp:spPr>
        <a:xfrm>
          <a:off x="2990" y="965787"/>
          <a:ext cx="1800160" cy="128771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lvl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300" kern="1200" dirty="0" smtClean="0"/>
            <a:t>Data Collection</a:t>
          </a:r>
          <a:endParaRPr lang="en-US" sz="1300" kern="1200" dirty="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200" kern="1200" dirty="0" smtClean="0"/>
            <a:t>Custom audio clips created using </a:t>
          </a:r>
          <a:r>
            <a:rPr lang="en-US" sz="1200" kern="1200" dirty="0" err="1" smtClean="0"/>
            <a:t>gTTS</a:t>
          </a:r>
          <a:endParaRPr lang="en-US" sz="1200" kern="1200" dirty="0"/>
        </a:p>
      </dsp:txBody>
      <dsp:txXfrm>
        <a:off x="65851" y="1028648"/>
        <a:ext cx="1674438" cy="1161994"/>
      </dsp:txXfrm>
    </dsp:sp>
    <dsp:sp modelId="{58BCFB89-3497-4A88-91BE-D34852FB3E59}">
      <dsp:nvSpPr>
        <dsp:cNvPr id="0" name=""/>
        <dsp:cNvSpPr/>
      </dsp:nvSpPr>
      <dsp:spPr>
        <a:xfrm>
          <a:off x="2103177" y="965787"/>
          <a:ext cx="1800160" cy="128771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lvl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300" kern="1200" dirty="0" smtClean="0"/>
            <a:t>Preprocessing</a:t>
          </a:r>
          <a:endParaRPr lang="en-US" sz="1300" kern="1200" dirty="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200" kern="1200" dirty="0" err="1" smtClean="0"/>
            <a:t>Librosa</a:t>
          </a:r>
          <a:endParaRPr lang="en-US" sz="1200" kern="1200" dirty="0"/>
        </a:p>
      </dsp:txBody>
      <dsp:txXfrm>
        <a:off x="2166038" y="1028648"/>
        <a:ext cx="1674438" cy="1161994"/>
      </dsp:txXfrm>
    </dsp:sp>
    <dsp:sp modelId="{6E18F74A-F730-4B22-9D47-81F47337F5FD}">
      <dsp:nvSpPr>
        <dsp:cNvPr id="0" name=""/>
        <dsp:cNvSpPr/>
      </dsp:nvSpPr>
      <dsp:spPr>
        <a:xfrm>
          <a:off x="4203365" y="965787"/>
          <a:ext cx="1800160" cy="128771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lvl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300" kern="1200" dirty="0" smtClean="0"/>
            <a:t>Feature Extraction</a:t>
          </a:r>
          <a:endParaRPr lang="en-US" sz="1300" kern="1200" dirty="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200" kern="1200" dirty="0" smtClean="0"/>
            <a:t>MFCC Extraction using </a:t>
          </a:r>
          <a:r>
            <a:rPr lang="en-US" sz="1200" kern="1200" dirty="0" err="1" smtClean="0"/>
            <a:t>Librosa</a:t>
          </a:r>
          <a:endParaRPr lang="en-US" sz="1200" kern="1200" dirty="0"/>
        </a:p>
      </dsp:txBody>
      <dsp:txXfrm>
        <a:off x="4266226" y="1028648"/>
        <a:ext cx="1674438" cy="1161994"/>
      </dsp:txXfrm>
    </dsp:sp>
    <dsp:sp modelId="{10600EAC-09E4-444F-9256-44228DE7CDFA}">
      <dsp:nvSpPr>
        <dsp:cNvPr id="0" name=""/>
        <dsp:cNvSpPr/>
      </dsp:nvSpPr>
      <dsp:spPr>
        <a:xfrm>
          <a:off x="6303553" y="965787"/>
          <a:ext cx="1800160" cy="128771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lvl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300" kern="1200" dirty="0" smtClean="0"/>
            <a:t>Audio Transcription</a:t>
          </a:r>
          <a:endParaRPr lang="en-US" sz="1300" kern="1200" dirty="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200" kern="1200" dirty="0" smtClean="0"/>
            <a:t>Convert audio to text using </a:t>
          </a:r>
          <a:r>
            <a:rPr lang="en-US" sz="1200" kern="1200" dirty="0" err="1" smtClean="0"/>
            <a:t>SpeechRecognition</a:t>
          </a:r>
          <a:endParaRPr lang="en-US" sz="1200" kern="1200" dirty="0"/>
        </a:p>
      </dsp:txBody>
      <dsp:txXfrm>
        <a:off x="6366414" y="1028648"/>
        <a:ext cx="1674438" cy="1161994"/>
      </dsp:txXfrm>
    </dsp:sp>
    <dsp:sp modelId="{2BBE5C7C-E24B-423E-AC7E-7D5E7EFFE369}">
      <dsp:nvSpPr>
        <dsp:cNvPr id="0" name=""/>
        <dsp:cNvSpPr/>
      </dsp:nvSpPr>
      <dsp:spPr>
        <a:xfrm>
          <a:off x="8403740" y="965787"/>
          <a:ext cx="1800160" cy="128771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lvl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300" kern="1200" dirty="0" smtClean="0"/>
            <a:t>Sentiment Classification</a:t>
          </a:r>
          <a:endParaRPr lang="en-US" sz="1300" kern="1200" dirty="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200" kern="1200" dirty="0" smtClean="0"/>
            <a:t>Naïve Bayes</a:t>
          </a:r>
          <a:endParaRPr lang="en-US" sz="1200" kern="1200" dirty="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200" kern="1200" dirty="0" smtClean="0"/>
            <a:t>Logistic Regression</a:t>
          </a:r>
          <a:endParaRPr lang="en-US" sz="1200" kern="1200" dirty="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200" kern="1200" dirty="0" smtClean="0"/>
            <a:t>VADER Sentiment Analysis</a:t>
          </a:r>
          <a:endParaRPr lang="en-US" sz="1200" kern="1200" dirty="0"/>
        </a:p>
      </dsp:txBody>
      <dsp:txXfrm>
        <a:off x="8466601" y="1028648"/>
        <a:ext cx="1674438" cy="116199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9561" y="4314328"/>
            <a:ext cx="2910840" cy="374642"/>
          </a:xfrm>
        </p:spPr>
        <p:txBody>
          <a:bodyPr/>
          <a:lstStyle/>
          <a:p>
            <a:fld id="{48A87A34-81AB-432B-8DAE-1953F412C126}" type="datetimeFigureOut">
              <a:rPr lang="en-US" dirty="0"/>
              <a:t>5/7/2025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4323845"/>
            <a:ext cx="640080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1430866"/>
            <a:ext cx="2743200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3"/>
            <a:ext cx="108203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467" y="3641725"/>
            <a:ext cx="1049020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dirty="0"/>
              <a:pPr/>
              <a:t>5/7/2025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1"/>
            <a:ext cx="6991492" cy="36406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59"/>
            <a:ext cx="5334000" cy="4024125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4559"/>
            <a:ext cx="5334000" cy="4024125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9" y="2183802"/>
            <a:ext cx="50799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3132666"/>
            <a:ext cx="5311775" cy="3086019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2183802"/>
            <a:ext cx="5105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132666"/>
            <a:ext cx="5334000" cy="3086019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5/7/2025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5/7/2025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5/7/2025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582" y="746759"/>
            <a:ext cx="6510618" cy="5471925"/>
          </a:xfrm>
        </p:spPr>
        <p:txBody>
          <a:bodyPr anchor="ctr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41148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8" y="751241"/>
            <a:ext cx="364496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77" y="4697360"/>
            <a:ext cx="10822034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727" y="941439"/>
            <a:ext cx="1082184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516715"/>
            <a:ext cx="108204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2"/>
            <a:ext cx="108204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9133"/>
            <a:ext cx="10130516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dirty="0"/>
              <a:pPr/>
              <a:t>5/7/2025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7" y="753533"/>
            <a:ext cx="10151533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365556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959862"/>
            <a:ext cx="10151533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dirty="0"/>
              <a:pPr/>
              <a:t>5/7/2025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95" y="1124701"/>
            <a:ext cx="10146186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8315"/>
            <a:ext cx="10144654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3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dirty="0"/>
              <a:pPr/>
              <a:t>5/7/2025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8883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0" y="761999"/>
            <a:ext cx="8610599" cy="130386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8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5/7/2025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599" cy="12954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618" y="4191000"/>
            <a:ext cx="345158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618" y="2362200"/>
            <a:ext cx="345158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618" y="4873764"/>
            <a:ext cx="3451582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263" y="4191000"/>
            <a:ext cx="3448935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4264" y="4873763"/>
            <a:ext cx="344893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31" y="4191000"/>
            <a:ext cx="3456469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9855" y="2362200"/>
            <a:ext cx="3447878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9731" y="4873761"/>
            <a:ext cx="345244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5/7/2025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194559"/>
            <a:ext cx="10820400" cy="4024125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8800" y="745066"/>
            <a:ext cx="205740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466" y="745067"/>
            <a:ext cx="8204201" cy="3903133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79941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dirty="0"/>
              <a:pPr/>
              <a:t>5/7/2025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0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5/7/2025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drive.google.com/drive/folders/1jL2kypdz62PGRmjz6H9qnPtCeve3Q3NF?usp=drive_link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aclanthology.org/W02-1011.pdf" TargetMode="External"/><Relationship Id="rId2" Type="http://schemas.openxmlformats.org/officeDocument/2006/relationships/hyperlink" Target="https://www.kaggle.com/datasets/khaledsayedaaaaa/amazon-alexa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arxiv.org/pdf/1803.07427" TargetMode="Externa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5400" dirty="0" smtClean="0"/>
              <a:t>Text &amp; audio sentiment analyzer</a:t>
            </a:r>
            <a:endParaRPr lang="en-IN" sz="54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728915"/>
            <a:ext cx="9448800" cy="1432169"/>
          </a:xfrm>
        </p:spPr>
        <p:txBody>
          <a:bodyPr>
            <a:normAutofit/>
          </a:bodyPr>
          <a:lstStyle/>
          <a:p>
            <a:r>
              <a:rPr lang="en-US" dirty="0" smtClean="0"/>
              <a:t>Prepared by: Prachi Mehta (202318008)</a:t>
            </a:r>
          </a:p>
          <a:p>
            <a:r>
              <a:rPr lang="en-US" dirty="0" smtClean="0"/>
              <a:t>Organization: Elite Technocrats</a:t>
            </a:r>
          </a:p>
          <a:p>
            <a:r>
              <a:rPr lang="en-US" dirty="0" smtClean="0"/>
              <a:t>Supervisor: </a:t>
            </a:r>
            <a:r>
              <a:rPr lang="en-US" dirty="0" err="1" smtClean="0"/>
              <a:t>Nidhi</a:t>
            </a:r>
            <a:r>
              <a:rPr lang="en-US" dirty="0" smtClean="0"/>
              <a:t> </a:t>
            </a:r>
            <a:r>
              <a:rPr lang="en-US" dirty="0" err="1" smtClean="0"/>
              <a:t>Rathod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685749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Introduction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 fontAlgn="base"/>
            <a:r>
              <a:rPr lang="en-US" sz="2000" dirty="0"/>
              <a:t>Sentiment analysis is the process of identifying and categorizing emotions, opinions, or attitudes expressed in text or audio data</a:t>
            </a:r>
            <a:r>
              <a:rPr lang="en-US" sz="2000" dirty="0" smtClean="0"/>
              <a:t>.</a:t>
            </a:r>
          </a:p>
          <a:p>
            <a:pPr algn="just" fontAlgn="base"/>
            <a:endParaRPr lang="en-US" sz="2000" dirty="0"/>
          </a:p>
          <a:p>
            <a:pPr algn="just" fontAlgn="base"/>
            <a:r>
              <a:rPr lang="en-US" sz="2000" dirty="0"/>
              <a:t>As people increasingly share feedback through reviews, social media, and voice messages, it’s important to understand this data to improve services, make better business decisions, and enhance user experience</a:t>
            </a:r>
            <a:r>
              <a:rPr lang="en-US" sz="2000" dirty="0" smtClean="0"/>
              <a:t>.</a:t>
            </a:r>
          </a:p>
          <a:p>
            <a:pPr algn="just" fontAlgn="base"/>
            <a:endParaRPr lang="en-US" sz="2000" dirty="0"/>
          </a:p>
          <a:p>
            <a:r>
              <a:rPr lang="en-US" sz="2000" dirty="0"/>
              <a:t>This project presents a web application that can analyze both text and audio inputs for sentiment, providing results in real-time using machine learning models </a:t>
            </a:r>
            <a:r>
              <a:rPr lang="en-US" sz="2000" dirty="0" smtClean="0"/>
              <a:t>and lexicon-based </a:t>
            </a:r>
            <a:r>
              <a:rPr lang="en-US" sz="2000" dirty="0"/>
              <a:t>methods</a:t>
            </a:r>
            <a:r>
              <a:rPr lang="en-US" sz="2000" dirty="0" smtClean="0"/>
              <a:t>.	</a:t>
            </a:r>
            <a:r>
              <a:rPr lang="en-US" sz="2000" dirty="0"/>
              <a:t/>
            </a:r>
            <a:br>
              <a:rPr lang="en-US" sz="2000" dirty="0"/>
            </a:b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38700667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objective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842867"/>
            <a:ext cx="10820400" cy="4024125"/>
          </a:xfrm>
        </p:spPr>
        <p:txBody>
          <a:bodyPr>
            <a:normAutofit lnSpcReduction="10000"/>
          </a:bodyPr>
          <a:lstStyle/>
          <a:p>
            <a:endParaRPr lang="en-US" b="1" dirty="0"/>
          </a:p>
          <a:p>
            <a:pPr algn="just"/>
            <a:r>
              <a:rPr lang="en-US" dirty="0"/>
              <a:t>Most existing sentiment analysis systems focus only on text data, leaving audio feedback largely unexplored and underutilized</a:t>
            </a:r>
            <a:r>
              <a:rPr lang="en-US" dirty="0" smtClean="0"/>
              <a:t>.</a:t>
            </a:r>
          </a:p>
          <a:p>
            <a:pPr algn="just"/>
            <a:endParaRPr lang="en-US" dirty="0" smtClean="0"/>
          </a:p>
          <a:p>
            <a:pPr algn="just"/>
            <a:r>
              <a:rPr lang="en-US" dirty="0"/>
              <a:t>Direct audio sentiment analysis requires complex, resource-heavy deep learning models, making them difficult to implement in small projects or real-time applications</a:t>
            </a:r>
            <a:r>
              <a:rPr lang="en-US" dirty="0" smtClean="0"/>
              <a:t>.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There is a need for a lightweight, efficient, and easy-to-use integrated system that can analyze both text and audio inputs for sentiment in a fast and accurate manner.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02953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7977" y="764373"/>
            <a:ext cx="10108223" cy="1293028"/>
          </a:xfrm>
        </p:spPr>
        <p:txBody>
          <a:bodyPr>
            <a:normAutofit/>
          </a:bodyPr>
          <a:lstStyle/>
          <a:p>
            <a:r>
              <a:rPr lang="en-IN" dirty="0"/>
              <a:t>Tools &amp; Technologies </a:t>
            </a:r>
            <a:r>
              <a:rPr lang="en-IN" dirty="0" smtClean="0"/>
              <a:t>Used</a:t>
            </a:r>
            <a:r>
              <a:rPr lang="en-IN" dirty="0"/>
              <a:t/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 smtClean="0"/>
              <a:t>Python</a:t>
            </a:r>
          </a:p>
          <a:p>
            <a:r>
              <a:rPr lang="en-IN" dirty="0"/>
              <a:t>Natural Language Processing (NLP) &amp; Sentiment </a:t>
            </a:r>
            <a:r>
              <a:rPr lang="en-IN" dirty="0" smtClean="0"/>
              <a:t>Analysis:</a:t>
            </a:r>
          </a:p>
          <a:p>
            <a:pPr lvl="1"/>
            <a:r>
              <a:rPr lang="en-US" dirty="0" smtClean="0"/>
              <a:t>VADER Sentiment Analysis</a:t>
            </a:r>
          </a:p>
          <a:p>
            <a:pPr lvl="1"/>
            <a:r>
              <a:rPr lang="en-US" dirty="0" smtClean="0"/>
              <a:t>NLTK</a:t>
            </a:r>
            <a:endParaRPr lang="en-IN" dirty="0" smtClean="0"/>
          </a:p>
          <a:p>
            <a:r>
              <a:rPr lang="en-US" dirty="0" smtClean="0"/>
              <a:t>Machine Learning:</a:t>
            </a:r>
          </a:p>
          <a:p>
            <a:pPr lvl="1"/>
            <a:r>
              <a:rPr lang="en-US" dirty="0" err="1" smtClean="0"/>
              <a:t>Scikit</a:t>
            </a:r>
            <a:r>
              <a:rPr lang="en-US" dirty="0" smtClean="0"/>
              <a:t>-learn (Naïve Bayes &amp; Logistic Regression)</a:t>
            </a:r>
          </a:p>
          <a:p>
            <a:r>
              <a:rPr lang="en-US" dirty="0" smtClean="0"/>
              <a:t>Audio Processing:</a:t>
            </a:r>
          </a:p>
          <a:p>
            <a:pPr lvl="1"/>
            <a:r>
              <a:rPr lang="en-US" dirty="0" err="1" smtClean="0"/>
              <a:t>Librosa</a:t>
            </a:r>
            <a:r>
              <a:rPr lang="en-US" dirty="0" smtClean="0"/>
              <a:t> (Audio Feature Extraction)</a:t>
            </a:r>
          </a:p>
          <a:p>
            <a:r>
              <a:rPr lang="en-US" dirty="0" smtClean="0"/>
              <a:t>Front-end:</a:t>
            </a:r>
          </a:p>
          <a:p>
            <a:pPr lvl="1"/>
            <a:r>
              <a:rPr lang="en-US" dirty="0" smtClean="0"/>
              <a:t>Flask </a:t>
            </a:r>
            <a:endParaRPr lang="en-IN" dirty="0" smtClean="0"/>
          </a:p>
        </p:txBody>
      </p:sp>
    </p:spTree>
    <p:extLst>
      <p:ext uri="{BB962C8B-B14F-4D97-AF65-F5344CB8AC3E}">
        <p14:creationId xmlns:p14="http://schemas.microsoft.com/office/powerpoint/2010/main" val="11926217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Data overview</a:t>
            </a:r>
            <a:endParaRPr lang="en-IN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4422" y="2233247"/>
            <a:ext cx="8649907" cy="2267266"/>
          </a:xfrm>
        </p:spPr>
      </p:pic>
      <p:sp>
        <p:nvSpPr>
          <p:cNvPr id="5" name="TextBox 4"/>
          <p:cNvSpPr txBox="1"/>
          <p:nvPr/>
        </p:nvSpPr>
        <p:spPr>
          <a:xfrm>
            <a:off x="654421" y="1780388"/>
            <a:ext cx="82609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Text Sentiment Dataset: “</a:t>
            </a:r>
            <a:r>
              <a:rPr lang="en-US" dirty="0" err="1" smtClean="0"/>
              <a:t>amazon_alexa</a:t>
            </a:r>
            <a:r>
              <a:rPr lang="en-US" dirty="0" smtClean="0"/>
              <a:t>” From </a:t>
            </a:r>
            <a:r>
              <a:rPr lang="en-US" dirty="0" err="1" smtClean="0"/>
              <a:t>Kaggle</a:t>
            </a:r>
            <a:endParaRPr lang="en-IN" dirty="0"/>
          </a:p>
        </p:txBody>
      </p:sp>
      <p:sp>
        <p:nvSpPr>
          <p:cNvPr id="6" name="TextBox 5"/>
          <p:cNvSpPr txBox="1"/>
          <p:nvPr/>
        </p:nvSpPr>
        <p:spPr>
          <a:xfrm>
            <a:off x="654422" y="4852205"/>
            <a:ext cx="1134707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Audio Sentiment Dataset:</a:t>
            </a:r>
          </a:p>
          <a:p>
            <a:r>
              <a:rPr lang="en-US" dirty="0"/>
              <a:t>	Custom audio clips generated using Google Text-to-Speech (</a:t>
            </a:r>
            <a:r>
              <a:rPr lang="en-US" dirty="0" err="1"/>
              <a:t>gTTS</a:t>
            </a:r>
            <a:r>
              <a:rPr lang="en-US" dirty="0" smtClean="0"/>
              <a:t>).</a:t>
            </a:r>
          </a:p>
          <a:p>
            <a:r>
              <a:rPr lang="en-US" dirty="0"/>
              <a:t>	</a:t>
            </a:r>
            <a:r>
              <a:rPr lang="en-US" dirty="0" smtClean="0">
                <a:hlinkClick r:id="rId3"/>
              </a:rPr>
              <a:t>https://drive.google.com/drive/folders/1jL2kypdz62PGRmjz6H9qnPtCeve3Q3NF?usp=drive_link</a:t>
            </a:r>
            <a:endParaRPr lang="en-US" dirty="0" smtClean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749634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methodology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2057401"/>
            <a:ext cx="10820400" cy="4024125"/>
          </a:xfrm>
        </p:spPr>
        <p:txBody>
          <a:bodyPr/>
          <a:lstStyle/>
          <a:p>
            <a:r>
              <a:rPr lang="en-US" dirty="0" smtClean="0"/>
              <a:t>Text Sentiment Analysis:</a:t>
            </a:r>
            <a:endParaRPr lang="en-IN" dirty="0" smtClean="0"/>
          </a:p>
          <a:p>
            <a:endParaRPr lang="en-US" dirty="0" smtClean="0"/>
          </a:p>
        </p:txBody>
      </p:sp>
      <p:graphicFrame>
        <p:nvGraphicFramePr>
          <p:cNvPr id="4" name="Diagram 3"/>
          <p:cNvGraphicFramePr/>
          <p:nvPr>
            <p:extLst>
              <p:ext uri="{D42A27DB-BD31-4B8C-83A1-F6EECF244321}">
                <p14:modId xmlns:p14="http://schemas.microsoft.com/office/powerpoint/2010/main" val="3818522728"/>
              </p:ext>
            </p:extLst>
          </p:nvPr>
        </p:nvGraphicFramePr>
        <p:xfrm>
          <a:off x="1117600" y="2539672"/>
          <a:ext cx="10206892" cy="32280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3533065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methodology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2057401"/>
            <a:ext cx="10820400" cy="4024125"/>
          </a:xfrm>
        </p:spPr>
        <p:txBody>
          <a:bodyPr/>
          <a:lstStyle/>
          <a:p>
            <a:r>
              <a:rPr lang="en-US" dirty="0" smtClean="0"/>
              <a:t>Audio Sentiment Analysis:</a:t>
            </a:r>
            <a:endParaRPr lang="en-IN" dirty="0" smtClean="0"/>
          </a:p>
          <a:p>
            <a:endParaRPr lang="en-US" dirty="0" smtClean="0"/>
          </a:p>
        </p:txBody>
      </p:sp>
      <p:graphicFrame>
        <p:nvGraphicFramePr>
          <p:cNvPr id="4" name="Diagram 3"/>
          <p:cNvGraphicFramePr/>
          <p:nvPr>
            <p:extLst>
              <p:ext uri="{D42A27DB-BD31-4B8C-83A1-F6EECF244321}">
                <p14:modId xmlns:p14="http://schemas.microsoft.com/office/powerpoint/2010/main" val="3940694166"/>
              </p:ext>
            </p:extLst>
          </p:nvPr>
        </p:nvGraphicFramePr>
        <p:xfrm>
          <a:off x="1117600" y="2539672"/>
          <a:ext cx="10206892" cy="321929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5234162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Results &amp; Evaluation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Achieved 89% accuracy with Naïve Bayes and </a:t>
            </a:r>
            <a:r>
              <a:rPr lang="en-US" dirty="0" smtClean="0"/>
              <a:t>94% </a:t>
            </a:r>
            <a:r>
              <a:rPr lang="en-US" dirty="0"/>
              <a:t>with Logistic Regression for text sentiment classification</a:t>
            </a:r>
            <a:r>
              <a:rPr lang="en-US" dirty="0" smtClean="0"/>
              <a:t>.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Audio clips were converted to text using Google Speech Recognition, then passed through the same text sentiment analysis pipeline</a:t>
            </a:r>
            <a:r>
              <a:rPr lang="en-US" dirty="0" smtClean="0"/>
              <a:t>.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Model performance was evaluated using Accuracy Score as the primary metric.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602184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Final output</a:t>
            </a:r>
            <a:endParaRPr lang="en-IN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0777" y="2193925"/>
            <a:ext cx="4791807" cy="4024313"/>
          </a:xfrm>
        </p:spPr>
      </p:pic>
      <p:pic>
        <p:nvPicPr>
          <p:cNvPr id="6" name="Content Placeholder 5"/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7178" y="2193925"/>
            <a:ext cx="4765430" cy="4024313"/>
          </a:xfrm>
        </p:spPr>
      </p:pic>
    </p:spTree>
    <p:extLst>
      <p:ext uri="{BB962C8B-B14F-4D97-AF65-F5344CB8AC3E}">
        <p14:creationId xmlns:p14="http://schemas.microsoft.com/office/powerpoint/2010/main" val="19617019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conclusion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Successfully developed a system for text and audio sentiment analysis using machine learning and NLP techniques</a:t>
            </a:r>
            <a:r>
              <a:rPr lang="en-US" dirty="0" smtClean="0"/>
              <a:t>.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Incorporated VADER sentiment analysis, Naïve Bayes, and Logistic Regression models for effective classification</a:t>
            </a:r>
            <a:r>
              <a:rPr lang="en-US" dirty="0" smtClean="0"/>
              <a:t>.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Enabled a simple Flask-based web interface for users to input text or audio and receive sentiment predictions instantly.</a:t>
            </a:r>
          </a:p>
          <a:p>
            <a:endParaRPr lang="en-US" dirty="0" smtClean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945658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Future scope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2194560"/>
            <a:ext cx="10820400" cy="4206240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Integrate deep learning models like LSTM or CNN for improved accuracy in audio sentiment classification</a:t>
            </a:r>
            <a:r>
              <a:rPr lang="en-US" dirty="0" smtClean="0"/>
              <a:t>.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Expand the dataset with real-world conversational audio samples for better model generalization</a:t>
            </a:r>
            <a:r>
              <a:rPr lang="en-US" dirty="0" smtClean="0"/>
              <a:t>.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Include a microphone for live audio input to enable real-time sentiment analysis</a:t>
            </a:r>
            <a:r>
              <a:rPr lang="en-US" dirty="0" smtClean="0"/>
              <a:t>.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Develop a mobile or desktop application for easier access and real-time sentiment analysis.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792350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references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Text </a:t>
            </a:r>
            <a:r>
              <a:rPr lang="en-US" dirty="0"/>
              <a:t>sentiment dataset: </a:t>
            </a:r>
            <a:r>
              <a:rPr lang="en-US" dirty="0">
                <a:hlinkClick r:id="rId2"/>
              </a:rPr>
              <a:t>https://</a:t>
            </a:r>
            <a:r>
              <a:rPr lang="en-US" dirty="0" smtClean="0">
                <a:hlinkClick r:id="rId2"/>
              </a:rPr>
              <a:t>www.kaggle.com/datasets/khaledsayedaaaaa/amazon-alexa</a:t>
            </a:r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Sentiment classification </a:t>
            </a:r>
            <a:r>
              <a:rPr lang="en-US" dirty="0"/>
              <a:t>using </a:t>
            </a:r>
            <a:r>
              <a:rPr lang="en-US" dirty="0" smtClean="0"/>
              <a:t>ML: </a:t>
            </a:r>
            <a:r>
              <a:rPr lang="en-US" dirty="0" smtClean="0">
                <a:hlinkClick r:id="rId3"/>
              </a:rPr>
              <a:t>https</a:t>
            </a:r>
            <a:r>
              <a:rPr lang="en-US" dirty="0">
                <a:hlinkClick r:id="rId3"/>
              </a:rPr>
              <a:t>://</a:t>
            </a:r>
            <a:r>
              <a:rPr lang="en-US" dirty="0" smtClean="0">
                <a:hlinkClick r:id="rId3"/>
              </a:rPr>
              <a:t>aclanthology.org/W02-1011.pdf</a:t>
            </a:r>
            <a:endParaRPr lang="en-US" dirty="0" smtClean="0"/>
          </a:p>
          <a:p>
            <a:endParaRPr lang="en-US" dirty="0" smtClean="0"/>
          </a:p>
          <a:p>
            <a:r>
              <a:rPr lang="en-US" dirty="0" err="1" smtClean="0"/>
              <a:t>Multimodel</a:t>
            </a:r>
            <a:r>
              <a:rPr lang="en-US" dirty="0" smtClean="0"/>
              <a:t> </a:t>
            </a:r>
            <a:r>
              <a:rPr lang="en-US" dirty="0"/>
              <a:t>sentiment Analysis: </a:t>
            </a:r>
            <a:r>
              <a:rPr lang="en-US" dirty="0">
                <a:hlinkClick r:id="rId4"/>
              </a:rPr>
              <a:t>https://</a:t>
            </a:r>
            <a:r>
              <a:rPr lang="en-US" dirty="0" smtClean="0">
                <a:hlinkClick r:id="rId4"/>
              </a:rPr>
              <a:t>arxiv.org/pdf/1803.07427</a:t>
            </a:r>
            <a:endParaRPr lang="en-US" dirty="0" smtClean="0"/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903222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32284" y="1952874"/>
            <a:ext cx="9448800" cy="1825096"/>
          </a:xfrm>
        </p:spPr>
        <p:txBody>
          <a:bodyPr/>
          <a:lstStyle/>
          <a:p>
            <a:r>
              <a:rPr lang="en-US" dirty="0" smtClean="0"/>
              <a:t>Thank you…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789120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Vapor Trail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DF2E28"/>
      </a:accent1>
      <a:accent2>
        <a:srgbClr val="FE801A"/>
      </a:accent2>
      <a:accent3>
        <a:srgbClr val="E9BF35"/>
      </a:accent3>
      <a:accent4>
        <a:srgbClr val="81BB42"/>
      </a:accent4>
      <a:accent5>
        <a:srgbClr val="32C7A9"/>
      </a:accent5>
      <a:accent6>
        <a:srgbClr val="4A9BDC"/>
      </a:accent6>
      <a:hlink>
        <a:srgbClr val="F0532B"/>
      </a:hlink>
      <a:folHlink>
        <a:srgbClr val="F38B53"/>
      </a:folHlink>
    </a:clrScheme>
    <a:fontScheme name="Vapor Trail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8F31A783-2159-4870-BC29-2BA7D038EA4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137</TotalTime>
  <Words>519</Words>
  <Application>Microsoft Office PowerPoint</Application>
  <PresentationFormat>Widescreen</PresentationFormat>
  <Paragraphs>87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Century Gothic</vt:lpstr>
      <vt:lpstr>Vapor Trail</vt:lpstr>
      <vt:lpstr>Text &amp; audio sentiment analyzer</vt:lpstr>
      <vt:lpstr>Introduction</vt:lpstr>
      <vt:lpstr>objective</vt:lpstr>
      <vt:lpstr>Tools &amp; Technologies Used </vt:lpstr>
      <vt:lpstr>Data overview</vt:lpstr>
      <vt:lpstr>methodology</vt:lpstr>
      <vt:lpstr>methodology</vt:lpstr>
      <vt:lpstr>Results &amp; Evaluation</vt:lpstr>
      <vt:lpstr>Final output</vt:lpstr>
      <vt:lpstr>conclusion</vt:lpstr>
      <vt:lpstr>Future scope</vt:lpstr>
      <vt:lpstr>references</vt:lpstr>
      <vt:lpstr>Thank you…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Text &amp; audio sentiment analyzer</dc:title>
  <dc:creator>Prachi</dc:creator>
  <cp:lastModifiedBy>Prachi</cp:lastModifiedBy>
  <cp:revision>14</cp:revision>
  <dcterms:created xsi:type="dcterms:W3CDTF">2025-05-06T13:05:42Z</dcterms:created>
  <dcterms:modified xsi:type="dcterms:W3CDTF">2025-05-07T18:56:14Z</dcterms:modified>
</cp:coreProperties>
</file>